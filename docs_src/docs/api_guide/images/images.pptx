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90" r:id="rId3"/>
    <p:sldId id="291" r:id="rId4"/>
    <p:sldId id="293" r:id="rId5"/>
    <p:sldId id="288" r:id="rId6"/>
    <p:sldId id="289" r:id="rId7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92D050"/>
    <a:srgbClr val="DE0000"/>
    <a:srgbClr val="EF8383"/>
    <a:srgbClr val="F4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5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3739478" y="264822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666201" y="265370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05773" y="1611656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05773" y="98854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28710" y="98873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5331899" y="988543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6574585" y="981374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152745" y="1616655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169027" y="39720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946446" y="523469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938232" y="2689436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4553852" y="2666627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60891" y="1622266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6487361" y="1557618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7644057" y="1570236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60891" y="986984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16749" y="971905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476953" y="945827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7644056" y="952083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5302861" y="964592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6136945" y="2689436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7773286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2946446" y="4346292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4123999" y="4335177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2946446" y="371101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4110401" y="3714384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5352894" y="3690041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4153272" y="1622266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5309968" y="1570236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362519" y="431870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F1C7046-C779-4CDE-89D7-5E6DA3716311}"/>
              </a:ext>
            </a:extLst>
          </p:cNvPr>
          <p:cNvGrpSpPr/>
          <p:nvPr/>
        </p:nvGrpSpPr>
        <p:grpSpPr>
          <a:xfrm>
            <a:off x="9461856" y="1555106"/>
            <a:ext cx="1130602" cy="3496089"/>
            <a:chOff x="7962195" y="1930422"/>
            <a:chExt cx="1130602" cy="3496089"/>
          </a:xfrm>
        </p:grpSpPr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01121847-31DF-46AA-B838-EAFA788320FD}"/>
                </a:ext>
              </a:extLst>
            </p:cNvPr>
            <p:cNvSpPr/>
            <p:nvPr/>
          </p:nvSpPr>
          <p:spPr>
            <a:xfrm>
              <a:off x="7970653" y="441665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21E969EE-BA3E-4C5C-9730-05841FA4B7E2}"/>
                </a:ext>
              </a:extLst>
            </p:cNvPr>
            <p:cNvSpPr/>
            <p:nvPr/>
          </p:nvSpPr>
          <p:spPr>
            <a:xfrm>
              <a:off x="7976203" y="3777138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E055C7A8-A374-428A-9BE3-DEE183B5BC39}"/>
                </a:ext>
              </a:extLst>
            </p:cNvPr>
            <p:cNvSpPr/>
            <p:nvPr/>
          </p:nvSpPr>
          <p:spPr>
            <a:xfrm>
              <a:off x="7978379" y="5056164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" name="CustomShape 8">
              <a:extLst>
                <a:ext uri="{FF2B5EF4-FFF2-40B4-BE49-F238E27FC236}">
                  <a16:creationId xmlns:a16="http://schemas.microsoft.com/office/drawing/2014/main" id="{94AD24C4-6F29-4547-8CCD-1924B387D323}"/>
                </a:ext>
              </a:extLst>
            </p:cNvPr>
            <p:cNvSpPr/>
            <p:nvPr/>
          </p:nvSpPr>
          <p:spPr>
            <a:xfrm>
              <a:off x="7962195" y="3137625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  <p:sp>
          <p:nvSpPr>
            <p:cNvPr id="67" name="CustomShape 8">
              <a:extLst>
                <a:ext uri="{FF2B5EF4-FFF2-40B4-BE49-F238E27FC236}">
                  <a16:creationId xmlns:a16="http://schemas.microsoft.com/office/drawing/2014/main" id="{E85276C1-A842-4B4A-B8F5-01BA41C2250F}"/>
                </a:ext>
              </a:extLst>
            </p:cNvPr>
            <p:cNvSpPr/>
            <p:nvPr/>
          </p:nvSpPr>
          <p:spPr>
            <a:xfrm>
              <a:off x="7962195" y="250888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76" name="CustomShape 8">
              <a:extLst>
                <a:ext uri="{FF2B5EF4-FFF2-40B4-BE49-F238E27FC236}">
                  <a16:creationId xmlns:a16="http://schemas.microsoft.com/office/drawing/2014/main" id="{666C0C31-20D4-4DA5-BBF8-7351CC90AE0A}"/>
                </a:ext>
              </a:extLst>
            </p:cNvPr>
            <p:cNvSpPr/>
            <p:nvPr/>
          </p:nvSpPr>
          <p:spPr>
            <a:xfrm>
              <a:off x="7962195" y="1930422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600111" y="525252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01582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6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7007081" y="1599527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0F9232B9-A9C5-4DDA-B5BF-882722F6F902}"/>
              </a:ext>
            </a:extLst>
          </p:cNvPr>
          <p:cNvSpPr/>
          <p:nvPr/>
        </p:nvSpPr>
        <p:spPr>
          <a:xfrm>
            <a:off x="6020630" y="1599527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8017341" y="1599527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2865245" y="1616656"/>
            <a:ext cx="903908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852003" y="981374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2853736" y="972921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996673" y="987736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8017340" y="981374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3890305" y="955670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490301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701985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CustomShape 8">
            <a:extLst>
              <a:ext uri="{FF2B5EF4-FFF2-40B4-BE49-F238E27FC236}">
                <a16:creationId xmlns:a16="http://schemas.microsoft.com/office/drawing/2014/main" id="{DC61F9FB-ACE8-41DA-B31A-550723C32288}"/>
              </a:ext>
            </a:extLst>
          </p:cNvPr>
          <p:cNvSpPr/>
          <p:nvPr/>
        </p:nvSpPr>
        <p:spPr>
          <a:xfrm>
            <a:off x="5378242" y="431870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1846518" y="3699484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3010473" y="370285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4174428" y="3699485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3898613" y="1633574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95" name="CustomShape 8">
            <a:extLst>
              <a:ext uri="{FF2B5EF4-FFF2-40B4-BE49-F238E27FC236}">
                <a16:creationId xmlns:a16="http://schemas.microsoft.com/office/drawing/2014/main" id="{F7FE412C-8A4A-4860-AB3E-1D1A31E8A6A8}"/>
              </a:ext>
            </a:extLst>
          </p:cNvPr>
          <p:cNvSpPr/>
          <p:nvPr/>
        </p:nvSpPr>
        <p:spPr>
          <a:xfrm>
            <a:off x="4967220" y="1226901"/>
            <a:ext cx="903907" cy="5128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IOLINK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Gateway</a:t>
            </a:r>
          </a:p>
        </p:txBody>
      </p:sp>
      <p:sp>
        <p:nvSpPr>
          <p:cNvPr id="100" name="CustomShape 8">
            <a:extLst>
              <a:ext uri="{FF2B5EF4-FFF2-40B4-BE49-F238E27FC236}">
                <a16:creationId xmlns:a16="http://schemas.microsoft.com/office/drawing/2014/main" id="{3AD8FCB3-B566-4F0C-B042-B3FB9C8CE858}"/>
              </a:ext>
            </a:extLst>
          </p:cNvPr>
          <p:cNvSpPr/>
          <p:nvPr/>
        </p:nvSpPr>
        <p:spPr>
          <a:xfrm>
            <a:off x="7807827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IOLINK Gateway</a:t>
            </a:r>
          </a:p>
        </p:txBody>
      </p:sp>
      <p:sp>
        <p:nvSpPr>
          <p:cNvPr id="101" name="CustomShape 8">
            <a:extLst>
              <a:ext uri="{FF2B5EF4-FFF2-40B4-BE49-F238E27FC236}">
                <a16:creationId xmlns:a16="http://schemas.microsoft.com/office/drawing/2014/main" id="{4FD09517-BB27-4743-B00C-3AE6EA856D28}"/>
              </a:ext>
            </a:extLst>
          </p:cNvPr>
          <p:cNvSpPr/>
          <p:nvPr/>
        </p:nvSpPr>
        <p:spPr>
          <a:xfrm>
            <a:off x="5596143" y="2656912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6008625" y="991445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363327" y="369948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4" name="CustomShape 8">
            <a:extLst>
              <a:ext uri="{FF2B5EF4-FFF2-40B4-BE49-F238E27FC236}">
                <a16:creationId xmlns:a16="http://schemas.microsoft.com/office/drawing/2014/main" id="{5A3D3998-6F2D-4DAA-8D23-D1F33405E6E7}"/>
              </a:ext>
            </a:extLst>
          </p:cNvPr>
          <p:cNvSpPr/>
          <p:nvPr/>
        </p:nvSpPr>
        <p:spPr>
          <a:xfrm>
            <a:off x="4200689" y="4357280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7A4F7D4-C33E-4B26-9D7C-C884A14DF543}"/>
              </a:ext>
            </a:extLst>
          </p:cNvPr>
          <p:cNvGrpSpPr/>
          <p:nvPr/>
        </p:nvGrpSpPr>
        <p:grpSpPr>
          <a:xfrm>
            <a:off x="9452859" y="1233208"/>
            <a:ext cx="1133304" cy="4797735"/>
            <a:chOff x="9452859" y="1233208"/>
            <a:chExt cx="1133304" cy="479773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F1C7046-C779-4CDE-89D7-5E6DA3716311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249228"/>
              <a:chOff x="7962195" y="1177283"/>
              <a:chExt cx="1133304" cy="4249228"/>
            </a:xfrm>
          </p:grpSpPr>
          <p:sp>
            <p:nvSpPr>
              <p:cNvPr id="40" name="CustomShape 8">
                <a:extLst>
                  <a:ext uri="{FF2B5EF4-FFF2-40B4-BE49-F238E27FC236}">
                    <a16:creationId xmlns:a16="http://schemas.microsoft.com/office/drawing/2014/main" id="{01121847-31DF-46AA-B838-EAFA788320FD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" name="CustomShape 8">
                <a:extLst>
                  <a:ext uri="{FF2B5EF4-FFF2-40B4-BE49-F238E27FC236}">
                    <a16:creationId xmlns:a16="http://schemas.microsoft.com/office/drawing/2014/main" id="{B2E5371C-069D-4B40-AC59-96EF0DAFDAC4}"/>
                  </a:ext>
                </a:extLst>
              </p:cNvPr>
              <p:cNvSpPr/>
              <p:nvPr/>
            </p:nvSpPr>
            <p:spPr>
              <a:xfrm>
                <a:off x="7981081" y="1831081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21E969EE-BA3E-4C5C-9730-05841FA4B7E2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E055C7A8-A374-428A-9BE3-DEE183B5BC39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980E2E52-C826-4B80-B1A4-EF165478BC32}"/>
                  </a:ext>
                </a:extLst>
              </p:cNvPr>
              <p:cNvSpPr/>
              <p:nvPr/>
            </p:nvSpPr>
            <p:spPr>
              <a:xfrm>
                <a:off x="7976203" y="248435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94AD24C4-6F29-4547-8CCD-1924B387D323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786CFDC0-B554-4AE6-9E15-6FBE01A3C35D}"/>
                  </a:ext>
                </a:extLst>
              </p:cNvPr>
              <p:cNvSpPr/>
              <p:nvPr/>
            </p:nvSpPr>
            <p:spPr>
              <a:xfrm>
                <a:off x="7976203" y="11772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15" name="CustomShape 8">
              <a:extLst>
                <a:ext uri="{FF2B5EF4-FFF2-40B4-BE49-F238E27FC236}">
                  <a16:creationId xmlns:a16="http://schemas.microsoft.com/office/drawing/2014/main" id="{51DC56F3-820F-4E0B-A74D-69BE72723CB9}"/>
                </a:ext>
              </a:extLst>
            </p:cNvPr>
            <p:cNvSpPr/>
            <p:nvPr/>
          </p:nvSpPr>
          <p:spPr>
            <a:xfrm>
              <a:off x="9467314" y="5660596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8295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11832</TotalTime>
  <Words>851</Words>
  <Application>Microsoft Office PowerPoint</Application>
  <PresentationFormat>Custom</PresentationFormat>
  <Paragraphs>379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DejaVu Sans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AM263Px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2273</cp:revision>
  <dcterms:created xsi:type="dcterms:W3CDTF">2016-05-17T23:12:28Z</dcterms:created>
  <dcterms:modified xsi:type="dcterms:W3CDTF">2025-08-08T09:00:25Z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