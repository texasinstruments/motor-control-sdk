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6" r:id="rId9"/>
    <p:sldId id="261" r:id="rId10"/>
    <p:sldId id="262" r:id="rId11"/>
  </p:sldIdLst>
  <p:sldSz cx="14630400" cy="8229600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365648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426589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487531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460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AAAAAA"/>
    <a:srgbClr val="40404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98" autoAdjust="0"/>
  </p:normalViewPr>
  <p:slideViewPr>
    <p:cSldViewPr snapToGrid="0">
      <p:cViewPr>
        <p:scale>
          <a:sx n="125" d="100"/>
          <a:sy n="125" d="100"/>
        </p:scale>
        <p:origin x="-54" y="-468"/>
      </p:cViewPr>
      <p:guideLst>
        <p:guide orient="horz" pos="2592"/>
        <p:guide pos="460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9" d="100"/>
          <a:sy n="49" d="100"/>
        </p:scale>
        <p:origin x="-1512" y="-9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8D56EAE8-38CB-4EE5-8A34-F5F49B68F2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0079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74638" y="1108075"/>
            <a:ext cx="9845676" cy="55387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218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9854" y="7016308"/>
            <a:ext cx="7436693" cy="66450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18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BED2394B-E06C-4DC9-BCC2-551C3DED9AA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354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48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589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31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 defTabSz="1463005">
              <a:defRPr/>
            </a:pPr>
            <a:fld id="{03BA23CF-AA30-4A18-B744-605C3E9DBF07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 userDrawn="1"/>
        </p:nvSpPr>
        <p:spPr>
          <a:xfrm>
            <a:off x="7529306" y="7648252"/>
            <a:ext cx="184731" cy="5355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4630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88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02473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3066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84946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7791" y="7652281"/>
            <a:ext cx="2501755" cy="30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25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7" y="1258174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54343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2" y="1423038"/>
            <a:ext cx="6652261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9503" y="1423038"/>
            <a:ext cx="6652259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85098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329565"/>
            <a:ext cx="13167360" cy="1371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1842136"/>
            <a:ext cx="6464301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0" y="2609851"/>
            <a:ext cx="6464301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7" y="1842136"/>
            <a:ext cx="6466840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7" y="2609851"/>
            <a:ext cx="6466840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35377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23704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2" y="327662"/>
            <a:ext cx="4813301" cy="1394461"/>
          </a:xfrm>
        </p:spPr>
        <p:txBody>
          <a:bodyPr anchor="b"/>
          <a:lstStyle>
            <a:lvl1pPr algn="l">
              <a:defRPr sz="432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0080" y="327663"/>
            <a:ext cx="8178800" cy="702373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720"/>
            </a:lvl6pPr>
            <a:lvl7pPr>
              <a:defRPr sz="2720"/>
            </a:lvl7pPr>
            <a:lvl8pPr>
              <a:defRPr sz="2720"/>
            </a:lvl8pPr>
            <a:lvl9pPr>
              <a:defRPr sz="272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2" y="1722120"/>
            <a:ext cx="4813301" cy="5629277"/>
          </a:xfrm>
        </p:spPr>
        <p:txBody>
          <a:bodyPr/>
          <a:lstStyle>
            <a:lvl1pPr marL="0" indent="0">
              <a:buNone/>
              <a:defRPr sz="2720"/>
            </a:lvl1pPr>
            <a:lvl2pPr marL="609416" indent="0">
              <a:buNone/>
              <a:defRPr sz="1600"/>
            </a:lvl2pPr>
            <a:lvl3pPr marL="1218834" indent="0">
              <a:buNone/>
              <a:defRPr sz="1280"/>
            </a:lvl3pPr>
            <a:lvl4pPr marL="1828246" indent="0">
              <a:buNone/>
              <a:defRPr sz="1120"/>
            </a:lvl4pPr>
            <a:lvl5pPr marL="2437656" indent="0">
              <a:buNone/>
              <a:defRPr sz="1120"/>
            </a:lvl5pPr>
            <a:lvl6pPr marL="3047072" indent="0">
              <a:buNone/>
              <a:defRPr sz="1120"/>
            </a:lvl6pPr>
            <a:lvl7pPr marL="3656488" indent="0">
              <a:buNone/>
              <a:defRPr sz="1120"/>
            </a:lvl7pPr>
            <a:lvl8pPr marL="4265898" indent="0">
              <a:buNone/>
              <a:defRPr sz="1120"/>
            </a:lvl8pPr>
            <a:lvl9pPr marL="4875312" indent="0">
              <a:buNone/>
              <a:defRPr sz="112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72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70840" y="171463"/>
            <a:ext cx="13533120" cy="977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7" y="1270641"/>
            <a:ext cx="13548360" cy="592264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668005" y="7108467"/>
            <a:ext cx="3413760" cy="247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1120"/>
            </a:lvl1pPr>
          </a:lstStyle>
          <a:p>
            <a:pPr defTabSz="1463005">
              <a:defRPr/>
            </a:pPr>
            <a:fld id="{B6C70261-DCF8-4A97-9502-E8EEF2364CDE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 userDrawn="1"/>
        </p:nvCxnSpPr>
        <p:spPr>
          <a:xfrm>
            <a:off x="1" y="7451115"/>
            <a:ext cx="1428623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37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5pPr>
      <a:lvl6pPr marL="60941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6pPr>
      <a:lvl7pPr marL="1218834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7pPr>
      <a:lvl8pPr marL="182824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8pPr>
      <a:lvl9pPr marL="243765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9pPr>
    </p:titleStyle>
    <p:bodyStyle>
      <a:lvl1pPr marL="302590" indent="-302590" algn="l" rtl="0" eaLnBrk="1" fontAlgn="base" hangingPunct="1">
        <a:spcBef>
          <a:spcPts val="1067"/>
        </a:spcBef>
        <a:spcAft>
          <a:spcPct val="0"/>
        </a:spcAft>
        <a:buChar char="•"/>
        <a:defRPr sz="2880">
          <a:solidFill>
            <a:schemeClr val="tx1"/>
          </a:solidFill>
          <a:latin typeface="+mn-lt"/>
          <a:ea typeface="+mn-ea"/>
          <a:cs typeface="+mn-cs"/>
        </a:defRPr>
      </a:lvl1pPr>
      <a:lvl2pPr marL="766002" indent="-311058" algn="l" rtl="0" eaLnBrk="1" fontAlgn="base" hangingPunct="1">
        <a:spcBef>
          <a:spcPct val="20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2pPr>
      <a:lvl3pPr marL="1138419" indent="-220072" algn="l" rtl="0" eaLnBrk="1" fontAlgn="base" hangingPunct="1">
        <a:spcBef>
          <a:spcPct val="15000"/>
        </a:spcBef>
        <a:spcAft>
          <a:spcPct val="0"/>
        </a:spcAft>
        <a:buChar char="•"/>
        <a:defRPr sz="2560">
          <a:solidFill>
            <a:schemeClr val="tx1"/>
          </a:solidFill>
          <a:latin typeface="+mn-lt"/>
        </a:defRPr>
      </a:lvl3pPr>
      <a:lvl4pPr marL="1601829" indent="-311058" algn="l" rtl="0" eaLnBrk="1" fontAlgn="base" hangingPunct="1">
        <a:spcBef>
          <a:spcPct val="5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4pPr>
      <a:lvl5pPr marL="1984824" indent="-230656" algn="l" rtl="0" eaLnBrk="1" fontAlgn="base" hangingPunct="1">
        <a:spcBef>
          <a:spcPct val="0"/>
        </a:spcBef>
        <a:spcAft>
          <a:spcPct val="0"/>
        </a:spcAft>
        <a:buChar char="»"/>
        <a:defRPr sz="2560">
          <a:solidFill>
            <a:schemeClr val="tx1"/>
          </a:solidFill>
          <a:latin typeface="+mn-lt"/>
        </a:defRPr>
      </a:lvl5pPr>
      <a:lvl6pPr marL="2594240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6pPr>
      <a:lvl7pPr marL="320365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7pPr>
      <a:lvl8pPr marL="3813074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8pPr>
      <a:lvl9pPr marL="442248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1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34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24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65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07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48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89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31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9" name="Group 268">
            <a:extLst>
              <a:ext uri="{FF2B5EF4-FFF2-40B4-BE49-F238E27FC236}">
                <a16:creationId xmlns:a16="http://schemas.microsoft.com/office/drawing/2014/main" id="{A640E45A-A475-45F7-AEBE-DEFEB2AD49B9}"/>
              </a:ext>
            </a:extLst>
          </p:cNvPr>
          <p:cNvGrpSpPr/>
          <p:nvPr/>
        </p:nvGrpSpPr>
        <p:grpSpPr>
          <a:xfrm>
            <a:off x="370840" y="665380"/>
            <a:ext cx="13151038" cy="6653682"/>
            <a:chOff x="345275" y="716096"/>
            <a:chExt cx="13151038" cy="6653682"/>
          </a:xfrm>
        </p:grpSpPr>
        <p:sp>
          <p:nvSpPr>
            <p:cNvPr id="270" name="CustomShape 1">
              <a:extLst>
                <a:ext uri="{FF2B5EF4-FFF2-40B4-BE49-F238E27FC236}">
                  <a16:creationId xmlns:a16="http://schemas.microsoft.com/office/drawing/2014/main" id="{57694A61-D4BF-4696-AA33-3D1A170AC950}"/>
                </a:ext>
              </a:extLst>
            </p:cNvPr>
            <p:cNvSpPr/>
            <p:nvPr/>
          </p:nvSpPr>
          <p:spPr>
            <a:xfrm>
              <a:off x="345276" y="5046056"/>
              <a:ext cx="9584148" cy="100516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1" name="CustomShape 3">
              <a:extLst>
                <a:ext uri="{FF2B5EF4-FFF2-40B4-BE49-F238E27FC236}">
                  <a16:creationId xmlns:a16="http://schemas.microsoft.com/office/drawing/2014/main" id="{9C75BD68-F2B6-476F-9BC3-EB11F9542FA5}"/>
                </a:ext>
              </a:extLst>
            </p:cNvPr>
            <p:cNvSpPr/>
            <p:nvPr/>
          </p:nvSpPr>
          <p:spPr>
            <a:xfrm>
              <a:off x="4181254" y="5122377"/>
              <a:ext cx="5543946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2" name="CustomShape 5">
              <a:extLst>
                <a:ext uri="{FF2B5EF4-FFF2-40B4-BE49-F238E27FC236}">
                  <a16:creationId xmlns:a16="http://schemas.microsoft.com/office/drawing/2014/main" id="{1447470D-0384-4E97-B826-0E92E60904DF}"/>
                </a:ext>
              </a:extLst>
            </p:cNvPr>
            <p:cNvSpPr/>
            <p:nvPr/>
          </p:nvSpPr>
          <p:spPr>
            <a:xfrm>
              <a:off x="6953227" y="5591138"/>
              <a:ext cx="277197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3" name="CustomShape 6">
              <a:extLst>
                <a:ext uri="{FF2B5EF4-FFF2-40B4-BE49-F238E27FC236}">
                  <a16:creationId xmlns:a16="http://schemas.microsoft.com/office/drawing/2014/main" id="{8F111E6A-B958-4BFC-8322-A405E7143E63}"/>
                </a:ext>
              </a:extLst>
            </p:cNvPr>
            <p:cNvSpPr/>
            <p:nvPr/>
          </p:nvSpPr>
          <p:spPr>
            <a:xfrm>
              <a:off x="4180213" y="5591138"/>
              <a:ext cx="260503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4" name="CustomShape 7">
              <a:extLst>
                <a:ext uri="{FF2B5EF4-FFF2-40B4-BE49-F238E27FC236}">
                  <a16:creationId xmlns:a16="http://schemas.microsoft.com/office/drawing/2014/main" id="{B489A327-C823-438D-ADC6-8C84194D33E9}"/>
                </a:ext>
              </a:extLst>
            </p:cNvPr>
            <p:cNvSpPr/>
            <p:nvPr/>
          </p:nvSpPr>
          <p:spPr>
            <a:xfrm>
              <a:off x="1916008" y="5149111"/>
              <a:ext cx="1848136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5" name="CustomShape 16">
              <a:extLst>
                <a:ext uri="{FF2B5EF4-FFF2-40B4-BE49-F238E27FC236}">
                  <a16:creationId xmlns:a16="http://schemas.microsoft.com/office/drawing/2014/main" id="{CEB3D01A-E265-4250-9649-7A6BE55062A5}"/>
                </a:ext>
              </a:extLst>
            </p:cNvPr>
            <p:cNvSpPr/>
            <p:nvPr/>
          </p:nvSpPr>
          <p:spPr>
            <a:xfrm>
              <a:off x="370840" y="718615"/>
              <a:ext cx="9538445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6" name="CustomShape 17">
              <a:extLst>
                <a:ext uri="{FF2B5EF4-FFF2-40B4-BE49-F238E27FC236}">
                  <a16:creationId xmlns:a16="http://schemas.microsoft.com/office/drawing/2014/main" id="{78DC2FC7-A7AC-4E8E-997D-AB8CDE75EA4A}"/>
                </a:ext>
              </a:extLst>
            </p:cNvPr>
            <p:cNvSpPr/>
            <p:nvPr/>
          </p:nvSpPr>
          <p:spPr>
            <a:xfrm>
              <a:off x="11579673" y="716096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7" name="CustomShape 18">
              <a:extLst>
                <a:ext uri="{FF2B5EF4-FFF2-40B4-BE49-F238E27FC236}">
                  <a16:creationId xmlns:a16="http://schemas.microsoft.com/office/drawing/2014/main" id="{2A3CE51B-4F93-4332-8748-E521F361D497}"/>
                </a:ext>
              </a:extLst>
            </p:cNvPr>
            <p:cNvSpPr/>
            <p:nvPr/>
          </p:nvSpPr>
          <p:spPr>
            <a:xfrm>
              <a:off x="11736813" y="3630716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78" name="CustomShape 19">
              <a:extLst>
                <a:ext uri="{FF2B5EF4-FFF2-40B4-BE49-F238E27FC236}">
                  <a16:creationId xmlns:a16="http://schemas.microsoft.com/office/drawing/2014/main" id="{DE3A937B-17F6-43E3-8877-FE438FB7FA72}"/>
                </a:ext>
              </a:extLst>
            </p:cNvPr>
            <p:cNvSpPr/>
            <p:nvPr/>
          </p:nvSpPr>
          <p:spPr>
            <a:xfrm>
              <a:off x="11726373" y="5319293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79" name="CustomShape 20">
              <a:extLst>
                <a:ext uri="{FF2B5EF4-FFF2-40B4-BE49-F238E27FC236}">
                  <a16:creationId xmlns:a16="http://schemas.microsoft.com/office/drawing/2014/main" id="{C94B728E-99D9-49A8-9738-0B24E09E760C}"/>
                </a:ext>
              </a:extLst>
            </p:cNvPr>
            <p:cNvSpPr/>
            <p:nvPr/>
          </p:nvSpPr>
          <p:spPr>
            <a:xfrm>
              <a:off x="11726373" y="4436736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0" name="CustomShape 21">
              <a:extLst>
                <a:ext uri="{FF2B5EF4-FFF2-40B4-BE49-F238E27FC236}">
                  <a16:creationId xmlns:a16="http://schemas.microsoft.com/office/drawing/2014/main" id="{A6FAF1B5-D5D4-4B14-92D9-796D7F156936}"/>
                </a:ext>
              </a:extLst>
            </p:cNvPr>
            <p:cNvSpPr/>
            <p:nvPr/>
          </p:nvSpPr>
          <p:spPr>
            <a:xfrm>
              <a:off x="11715606" y="2394700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1" name="CustomShape 22">
              <a:extLst>
                <a:ext uri="{FF2B5EF4-FFF2-40B4-BE49-F238E27FC236}">
                  <a16:creationId xmlns:a16="http://schemas.microsoft.com/office/drawing/2014/main" id="{D652C001-3AA2-4387-9AC9-7076A243B66B}"/>
                </a:ext>
              </a:extLst>
            </p:cNvPr>
            <p:cNvSpPr/>
            <p:nvPr/>
          </p:nvSpPr>
          <p:spPr>
            <a:xfrm>
              <a:off x="345275" y="6216914"/>
              <a:ext cx="9584149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2" name="CustomShape 23">
              <a:extLst>
                <a:ext uri="{FF2B5EF4-FFF2-40B4-BE49-F238E27FC236}">
                  <a16:creationId xmlns:a16="http://schemas.microsoft.com/office/drawing/2014/main" id="{C6A6293B-2170-4302-A90C-FF74E259AB79}"/>
                </a:ext>
              </a:extLst>
            </p:cNvPr>
            <p:cNvSpPr/>
            <p:nvPr/>
          </p:nvSpPr>
          <p:spPr>
            <a:xfrm>
              <a:off x="11579673" y="6229515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3" name="CustomShape 25">
              <a:extLst>
                <a:ext uri="{FF2B5EF4-FFF2-40B4-BE49-F238E27FC236}">
                  <a16:creationId xmlns:a16="http://schemas.microsoft.com/office/drawing/2014/main" id="{90222FC1-17A9-4C14-A9D6-C15BDE798B6B}"/>
                </a:ext>
              </a:extLst>
            </p:cNvPr>
            <p:cNvSpPr/>
            <p:nvPr/>
          </p:nvSpPr>
          <p:spPr>
            <a:xfrm>
              <a:off x="11715606" y="1149784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4" name="CustomShape 7">
              <a:extLst>
                <a:ext uri="{FF2B5EF4-FFF2-40B4-BE49-F238E27FC236}">
                  <a16:creationId xmlns:a16="http://schemas.microsoft.com/office/drawing/2014/main" id="{5AABCDE1-F2E7-48C8-813A-C2D8D1E33653}"/>
                </a:ext>
              </a:extLst>
            </p:cNvPr>
            <p:cNvSpPr/>
            <p:nvPr/>
          </p:nvSpPr>
          <p:spPr>
            <a:xfrm>
              <a:off x="3648221" y="6854901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5" name="CustomShape 17">
              <a:extLst>
                <a:ext uri="{FF2B5EF4-FFF2-40B4-BE49-F238E27FC236}">
                  <a16:creationId xmlns:a16="http://schemas.microsoft.com/office/drawing/2014/main" id="{CF70466F-90D6-4D13-BF38-8CC5EC07C319}"/>
                </a:ext>
              </a:extLst>
            </p:cNvPr>
            <p:cNvSpPr/>
            <p:nvPr/>
          </p:nvSpPr>
          <p:spPr>
            <a:xfrm>
              <a:off x="10029513" y="716096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86" name="CustomShape 23">
              <a:extLst>
                <a:ext uri="{FF2B5EF4-FFF2-40B4-BE49-F238E27FC236}">
                  <a16:creationId xmlns:a16="http://schemas.microsoft.com/office/drawing/2014/main" id="{6CA3683B-9AB5-488A-9393-57280123129E}"/>
                </a:ext>
              </a:extLst>
            </p:cNvPr>
            <p:cNvSpPr/>
            <p:nvPr/>
          </p:nvSpPr>
          <p:spPr>
            <a:xfrm>
              <a:off x="10029513" y="6229515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7" name="CustomShape 15">
              <a:extLst>
                <a:ext uri="{FF2B5EF4-FFF2-40B4-BE49-F238E27FC236}">
                  <a16:creationId xmlns:a16="http://schemas.microsoft.com/office/drawing/2014/main" id="{F8EB90D8-583E-480B-BAA9-19B5032A687A}"/>
                </a:ext>
              </a:extLst>
            </p:cNvPr>
            <p:cNvSpPr/>
            <p:nvPr/>
          </p:nvSpPr>
          <p:spPr>
            <a:xfrm>
              <a:off x="8593600" y="6854901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288" name="CustomShape 14">
              <a:extLst>
                <a:ext uri="{FF2B5EF4-FFF2-40B4-BE49-F238E27FC236}">
                  <a16:creationId xmlns:a16="http://schemas.microsoft.com/office/drawing/2014/main" id="{3D853DC0-6B2A-4E60-BA28-77B3E04197FC}"/>
                </a:ext>
              </a:extLst>
            </p:cNvPr>
            <p:cNvSpPr/>
            <p:nvPr/>
          </p:nvSpPr>
          <p:spPr>
            <a:xfrm>
              <a:off x="345276" y="3452265"/>
              <a:ext cx="958415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89" name="CustomShape 15">
              <a:extLst>
                <a:ext uri="{FF2B5EF4-FFF2-40B4-BE49-F238E27FC236}">
                  <a16:creationId xmlns:a16="http://schemas.microsoft.com/office/drawing/2014/main" id="{D95E928C-893E-45AC-869D-D7F522A4A6CB}"/>
                </a:ext>
              </a:extLst>
            </p:cNvPr>
            <p:cNvSpPr/>
            <p:nvPr/>
          </p:nvSpPr>
          <p:spPr>
            <a:xfrm>
              <a:off x="6059781" y="6841104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90" name="CustomShape 4">
              <a:extLst>
                <a:ext uri="{FF2B5EF4-FFF2-40B4-BE49-F238E27FC236}">
                  <a16:creationId xmlns:a16="http://schemas.microsoft.com/office/drawing/2014/main" id="{08447F14-9970-43FA-B932-3FB4929F5646}"/>
                </a:ext>
              </a:extLst>
            </p:cNvPr>
            <p:cNvSpPr/>
            <p:nvPr/>
          </p:nvSpPr>
          <p:spPr>
            <a:xfrm>
              <a:off x="1630496" y="4214575"/>
              <a:ext cx="1073780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1" name="CustomShape 24">
              <a:extLst>
                <a:ext uri="{FF2B5EF4-FFF2-40B4-BE49-F238E27FC236}">
                  <a16:creationId xmlns:a16="http://schemas.microsoft.com/office/drawing/2014/main" id="{925CDC3F-8163-4D17-9D85-13E9567263DC}"/>
                </a:ext>
              </a:extLst>
            </p:cNvPr>
            <p:cNvSpPr/>
            <p:nvPr/>
          </p:nvSpPr>
          <p:spPr>
            <a:xfrm>
              <a:off x="7678539" y="4171718"/>
              <a:ext cx="993005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" name="CustomShape 8">
              <a:extLst>
                <a:ext uri="{FF2B5EF4-FFF2-40B4-BE49-F238E27FC236}">
                  <a16:creationId xmlns:a16="http://schemas.microsoft.com/office/drawing/2014/main" id="{9BEACB14-C42F-49F6-ACFE-8BCEE932B8E9}"/>
                </a:ext>
              </a:extLst>
            </p:cNvPr>
            <p:cNvSpPr/>
            <p:nvPr/>
          </p:nvSpPr>
          <p:spPr>
            <a:xfrm>
              <a:off x="6522484" y="4171718"/>
              <a:ext cx="99857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93" name="CustomShape 24">
              <a:extLst>
                <a:ext uri="{FF2B5EF4-FFF2-40B4-BE49-F238E27FC236}">
                  <a16:creationId xmlns:a16="http://schemas.microsoft.com/office/drawing/2014/main" id="{24D4F9E3-24A5-4F0D-A78C-D254993BFB71}"/>
                </a:ext>
              </a:extLst>
            </p:cNvPr>
            <p:cNvSpPr/>
            <p:nvPr/>
          </p:nvSpPr>
          <p:spPr>
            <a:xfrm>
              <a:off x="4145069" y="4193418"/>
              <a:ext cx="110728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4" name="CustomShape 8">
              <a:extLst>
                <a:ext uri="{FF2B5EF4-FFF2-40B4-BE49-F238E27FC236}">
                  <a16:creationId xmlns:a16="http://schemas.microsoft.com/office/drawing/2014/main" id="{6F5C70C3-29D7-46CD-A3BB-00A0B9EDA7A5}"/>
                </a:ext>
              </a:extLst>
            </p:cNvPr>
            <p:cNvSpPr/>
            <p:nvPr/>
          </p:nvSpPr>
          <p:spPr>
            <a:xfrm>
              <a:off x="2865492" y="4214576"/>
              <a:ext cx="113919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295" name="CustomShape 15">
              <a:extLst>
                <a:ext uri="{FF2B5EF4-FFF2-40B4-BE49-F238E27FC236}">
                  <a16:creationId xmlns:a16="http://schemas.microsoft.com/office/drawing/2014/main" id="{AABF17A7-8224-4E8A-AD76-3465D182468D}"/>
                </a:ext>
              </a:extLst>
            </p:cNvPr>
            <p:cNvSpPr/>
            <p:nvPr/>
          </p:nvSpPr>
          <p:spPr>
            <a:xfrm>
              <a:off x="8794048" y="3620073"/>
              <a:ext cx="987382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685D852A-6C6D-4AB2-8EB5-677271413045}"/>
                </a:ext>
              </a:extLst>
            </p:cNvPr>
            <p:cNvGrpSpPr/>
            <p:nvPr/>
          </p:nvGrpSpPr>
          <p:grpSpPr>
            <a:xfrm>
              <a:off x="1593577" y="3614306"/>
              <a:ext cx="6173203" cy="472312"/>
              <a:chOff x="1759065" y="4007382"/>
              <a:chExt cx="5959354" cy="472312"/>
            </a:xfrm>
          </p:grpSpPr>
          <p:sp>
            <p:nvSpPr>
              <p:cNvPr id="338" name="CustomShape 15">
                <a:extLst>
                  <a:ext uri="{FF2B5EF4-FFF2-40B4-BE49-F238E27FC236}">
                    <a16:creationId xmlns:a16="http://schemas.microsoft.com/office/drawing/2014/main" id="{64B7CEF7-438C-477B-8B2F-45BB57939EAA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339" name="CustomShape 8">
                <a:extLst>
                  <a:ext uri="{FF2B5EF4-FFF2-40B4-BE49-F238E27FC236}">
                    <a16:creationId xmlns:a16="http://schemas.microsoft.com/office/drawing/2014/main" id="{7F0E9058-9BD6-4C8E-8579-844FA9663A65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340" name="CustomShape 8">
                <a:extLst>
                  <a:ext uri="{FF2B5EF4-FFF2-40B4-BE49-F238E27FC236}">
                    <a16:creationId xmlns:a16="http://schemas.microsoft.com/office/drawing/2014/main" id="{8F8387A4-2C69-4C95-9608-4C3694205A08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341" name="CustomShape 8">
                <a:extLst>
                  <a:ext uri="{FF2B5EF4-FFF2-40B4-BE49-F238E27FC236}">
                    <a16:creationId xmlns:a16="http://schemas.microsoft.com/office/drawing/2014/main" id="{3E4F5C7F-15DE-4709-B6F7-7AC88210D106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342" name="CustomShape 8">
                <a:extLst>
                  <a:ext uri="{FF2B5EF4-FFF2-40B4-BE49-F238E27FC236}">
                    <a16:creationId xmlns:a16="http://schemas.microsoft.com/office/drawing/2014/main" id="{35CF3708-53E4-4936-9301-D9F2E607AFED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343" name="CustomShape 8">
                <a:extLst>
                  <a:ext uri="{FF2B5EF4-FFF2-40B4-BE49-F238E27FC236}">
                    <a16:creationId xmlns:a16="http://schemas.microsoft.com/office/drawing/2014/main" id="{59346D4C-4934-4D3C-B21F-6D1CEC4F4C84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  <p:sp>
          <p:nvSpPr>
            <p:cNvPr id="297" name="CustomShape 14">
              <a:extLst>
                <a:ext uri="{FF2B5EF4-FFF2-40B4-BE49-F238E27FC236}">
                  <a16:creationId xmlns:a16="http://schemas.microsoft.com/office/drawing/2014/main" id="{2FFE2FBC-C61A-40E4-88D7-77FB9E77DF69}"/>
                </a:ext>
              </a:extLst>
            </p:cNvPr>
            <p:cNvSpPr/>
            <p:nvPr/>
          </p:nvSpPr>
          <p:spPr>
            <a:xfrm>
              <a:off x="370840" y="2369303"/>
              <a:ext cx="9548093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98" name="CustomShape 15">
              <a:extLst>
                <a:ext uri="{FF2B5EF4-FFF2-40B4-BE49-F238E27FC236}">
                  <a16:creationId xmlns:a16="http://schemas.microsoft.com/office/drawing/2014/main" id="{784C4B30-DEC7-4B24-B75F-CDE0B12D5372}"/>
                </a:ext>
              </a:extLst>
            </p:cNvPr>
            <p:cNvSpPr/>
            <p:nvPr/>
          </p:nvSpPr>
          <p:spPr>
            <a:xfrm>
              <a:off x="2468223" y="2567309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9" name="CustomShape 8">
              <a:extLst>
                <a:ext uri="{FF2B5EF4-FFF2-40B4-BE49-F238E27FC236}">
                  <a16:creationId xmlns:a16="http://schemas.microsoft.com/office/drawing/2014/main" id="{BDC27E1C-32B3-4064-B2E1-EACB637B22DB}"/>
                </a:ext>
              </a:extLst>
            </p:cNvPr>
            <p:cNvSpPr/>
            <p:nvPr/>
          </p:nvSpPr>
          <p:spPr>
            <a:xfrm>
              <a:off x="6109810" y="2561798"/>
              <a:ext cx="97444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00" name="CustomShape 8">
              <a:extLst>
                <a:ext uri="{FF2B5EF4-FFF2-40B4-BE49-F238E27FC236}">
                  <a16:creationId xmlns:a16="http://schemas.microsoft.com/office/drawing/2014/main" id="{6C5A46B1-D630-454B-AA07-6EEE325B80CF}"/>
                </a:ext>
              </a:extLst>
            </p:cNvPr>
            <p:cNvSpPr/>
            <p:nvPr/>
          </p:nvSpPr>
          <p:spPr>
            <a:xfrm>
              <a:off x="4874887" y="2561798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01" name="CustomShape 8">
              <a:extLst>
                <a:ext uri="{FF2B5EF4-FFF2-40B4-BE49-F238E27FC236}">
                  <a16:creationId xmlns:a16="http://schemas.microsoft.com/office/drawing/2014/main" id="{BECFC593-261F-4CD2-BB3E-7972BEF622C4}"/>
                </a:ext>
              </a:extLst>
            </p:cNvPr>
            <p:cNvSpPr/>
            <p:nvPr/>
          </p:nvSpPr>
          <p:spPr>
            <a:xfrm>
              <a:off x="3650298" y="2567310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02" name="CustomShape 8">
              <a:extLst>
                <a:ext uri="{FF2B5EF4-FFF2-40B4-BE49-F238E27FC236}">
                  <a16:creationId xmlns:a16="http://schemas.microsoft.com/office/drawing/2014/main" id="{490018CC-E4F9-4119-A182-92FAA8E45A84}"/>
                </a:ext>
              </a:extLst>
            </p:cNvPr>
            <p:cNvSpPr/>
            <p:nvPr/>
          </p:nvSpPr>
          <p:spPr>
            <a:xfrm>
              <a:off x="8517728" y="2571782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  <p:sp>
          <p:nvSpPr>
            <p:cNvPr id="303" name="CustomShape 8">
              <a:extLst>
                <a:ext uri="{FF2B5EF4-FFF2-40B4-BE49-F238E27FC236}">
                  <a16:creationId xmlns:a16="http://schemas.microsoft.com/office/drawing/2014/main" id="{7673329B-1D02-4137-A4FD-49B37CBB98D6}"/>
                </a:ext>
              </a:extLst>
            </p:cNvPr>
            <p:cNvSpPr/>
            <p:nvPr/>
          </p:nvSpPr>
          <p:spPr>
            <a:xfrm>
              <a:off x="7217723" y="2545311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304" name="CustomShape 8">
              <a:extLst>
                <a:ext uri="{FF2B5EF4-FFF2-40B4-BE49-F238E27FC236}">
                  <a16:creationId xmlns:a16="http://schemas.microsoft.com/office/drawing/2014/main" id="{5535A0D4-28E3-44BF-9D17-BF90DC875C24}"/>
                </a:ext>
              </a:extLst>
            </p:cNvPr>
            <p:cNvSpPr/>
            <p:nvPr/>
          </p:nvSpPr>
          <p:spPr>
            <a:xfrm>
              <a:off x="1781474" y="862959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E1375E8C-D6FC-49DF-957F-FC24DCC65AE1}"/>
                </a:ext>
              </a:extLst>
            </p:cNvPr>
            <p:cNvGrpSpPr/>
            <p:nvPr/>
          </p:nvGrpSpPr>
          <p:grpSpPr>
            <a:xfrm>
              <a:off x="2795028" y="856156"/>
              <a:ext cx="5052424" cy="473362"/>
              <a:chOff x="2747998" y="4023002"/>
              <a:chExt cx="5052424" cy="473362"/>
            </a:xfrm>
          </p:grpSpPr>
          <p:sp>
            <p:nvSpPr>
              <p:cNvPr id="333" name="CustomShape 8">
                <a:extLst>
                  <a:ext uri="{FF2B5EF4-FFF2-40B4-BE49-F238E27FC236}">
                    <a16:creationId xmlns:a16="http://schemas.microsoft.com/office/drawing/2014/main" id="{42A6C1E4-55B7-4159-92F9-FAD6658B0719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334" name="CustomShape 8">
                <a:extLst>
                  <a:ext uri="{FF2B5EF4-FFF2-40B4-BE49-F238E27FC236}">
                    <a16:creationId xmlns:a16="http://schemas.microsoft.com/office/drawing/2014/main" id="{57FB033E-75B4-4514-8061-B900F1EBE2F4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335" name="CustomShape 8">
                <a:extLst>
                  <a:ext uri="{FF2B5EF4-FFF2-40B4-BE49-F238E27FC236}">
                    <a16:creationId xmlns:a16="http://schemas.microsoft.com/office/drawing/2014/main" id="{53FD49B3-7692-440E-9B39-1378D4CEAC30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336" name="CustomShape 8">
                <a:extLst>
                  <a:ext uri="{FF2B5EF4-FFF2-40B4-BE49-F238E27FC236}">
                    <a16:creationId xmlns:a16="http://schemas.microsoft.com/office/drawing/2014/main" id="{F01D9C63-761F-4F7D-8BDB-D4A9FE2BABE8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337" name="CustomShape 8">
                <a:extLst>
                  <a:ext uri="{FF2B5EF4-FFF2-40B4-BE49-F238E27FC236}">
                    <a16:creationId xmlns:a16="http://schemas.microsoft.com/office/drawing/2014/main" id="{47117196-678C-4198-A66E-E7255AECC818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306" name="CustomShape 15">
              <a:extLst>
                <a:ext uri="{FF2B5EF4-FFF2-40B4-BE49-F238E27FC236}">
                  <a16:creationId xmlns:a16="http://schemas.microsoft.com/office/drawing/2014/main" id="{F15586A7-5D29-4822-A55B-49FD281B48D0}"/>
                </a:ext>
              </a:extLst>
            </p:cNvPr>
            <p:cNvSpPr/>
            <p:nvPr/>
          </p:nvSpPr>
          <p:spPr>
            <a:xfrm>
              <a:off x="8872957" y="869564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307" name="Group 306">
              <a:extLst>
                <a:ext uri="{FF2B5EF4-FFF2-40B4-BE49-F238E27FC236}">
                  <a16:creationId xmlns:a16="http://schemas.microsoft.com/office/drawing/2014/main" id="{B57ADCD4-D4BE-4C99-A930-577DE21DE8D0}"/>
                </a:ext>
              </a:extLst>
            </p:cNvPr>
            <p:cNvGrpSpPr/>
            <p:nvPr/>
          </p:nvGrpSpPr>
          <p:grpSpPr>
            <a:xfrm>
              <a:off x="1784192" y="1494871"/>
              <a:ext cx="6073652" cy="473912"/>
              <a:chOff x="1783584" y="1740251"/>
              <a:chExt cx="6073652" cy="473912"/>
            </a:xfrm>
          </p:grpSpPr>
          <p:sp>
            <p:nvSpPr>
              <p:cNvPr id="326" name="CustomShape 24">
                <a:extLst>
                  <a:ext uri="{FF2B5EF4-FFF2-40B4-BE49-F238E27FC236}">
                    <a16:creationId xmlns:a16="http://schemas.microsoft.com/office/drawing/2014/main" id="{E9DA5D4C-48EF-4DA5-875B-2D0E2332C894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B3D756C9-352E-4F0E-9DD0-FE7D165D4618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329" name="CustomShape 24">
                  <a:extLst>
                    <a:ext uri="{FF2B5EF4-FFF2-40B4-BE49-F238E27FC236}">
                      <a16:creationId xmlns:a16="http://schemas.microsoft.com/office/drawing/2014/main" id="{0C05E793-084C-410C-A93F-8FEDE7A4699B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30" name="CustomShape 8">
                  <a:extLst>
                    <a:ext uri="{FF2B5EF4-FFF2-40B4-BE49-F238E27FC236}">
                      <a16:creationId xmlns:a16="http://schemas.microsoft.com/office/drawing/2014/main" id="{CFE8F820-80E8-4BFE-95B0-47355E482415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331" name="CustomShape 24">
                  <a:extLst>
                    <a:ext uri="{FF2B5EF4-FFF2-40B4-BE49-F238E27FC236}">
                      <a16:creationId xmlns:a16="http://schemas.microsoft.com/office/drawing/2014/main" id="{0704EF88-DDA2-4D12-A786-496C442C01F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332" name="CustomShape 8">
                  <a:extLst>
                    <a:ext uri="{FF2B5EF4-FFF2-40B4-BE49-F238E27FC236}">
                      <a16:creationId xmlns:a16="http://schemas.microsoft.com/office/drawing/2014/main" id="{F9E76641-DE3C-4511-B771-5A1CEA263CE0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328" name="CustomShape 15">
                <a:extLst>
                  <a:ext uri="{FF2B5EF4-FFF2-40B4-BE49-F238E27FC236}">
                    <a16:creationId xmlns:a16="http://schemas.microsoft.com/office/drawing/2014/main" id="{FF58AD98-F550-483B-A239-63B420A14233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308" name="CustomShape 15">
              <a:extLst>
                <a:ext uri="{FF2B5EF4-FFF2-40B4-BE49-F238E27FC236}">
                  <a16:creationId xmlns:a16="http://schemas.microsoft.com/office/drawing/2014/main" id="{60F45EE8-5330-41FA-A223-D3EE795D5AA3}"/>
                </a:ext>
              </a:extLst>
            </p:cNvPr>
            <p:cNvSpPr/>
            <p:nvPr/>
          </p:nvSpPr>
          <p:spPr>
            <a:xfrm>
              <a:off x="7978072" y="1482981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" name="CustomShape 15">
              <a:extLst>
                <a:ext uri="{FF2B5EF4-FFF2-40B4-BE49-F238E27FC236}">
                  <a16:creationId xmlns:a16="http://schemas.microsoft.com/office/drawing/2014/main" id="{D7CD95AA-61B7-4D9F-AC22-FBC704A0B434}"/>
                </a:ext>
              </a:extLst>
            </p:cNvPr>
            <p:cNvSpPr/>
            <p:nvPr/>
          </p:nvSpPr>
          <p:spPr>
            <a:xfrm>
              <a:off x="8872957" y="1484364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PRUICSS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PWM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0" name="CustomShape 15">
              <a:extLst>
                <a:ext uri="{FF2B5EF4-FFF2-40B4-BE49-F238E27FC236}">
                  <a16:creationId xmlns:a16="http://schemas.microsoft.com/office/drawing/2014/main" id="{2178CB2E-B2AD-4954-A637-EED0AA273CC3}"/>
                </a:ext>
              </a:extLst>
            </p:cNvPr>
            <p:cNvSpPr/>
            <p:nvPr/>
          </p:nvSpPr>
          <p:spPr>
            <a:xfrm>
              <a:off x="5397091" y="4200006"/>
              <a:ext cx="987669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PRUICSS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PWM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" name="CustomShape 15">
              <a:extLst>
                <a:ext uri="{FF2B5EF4-FFF2-40B4-BE49-F238E27FC236}">
                  <a16:creationId xmlns:a16="http://schemas.microsoft.com/office/drawing/2014/main" id="{D2FE01F4-8819-4E0A-94BF-EBF9FC870A80}"/>
                </a:ext>
              </a:extLst>
            </p:cNvPr>
            <p:cNvSpPr/>
            <p:nvPr/>
          </p:nvSpPr>
          <p:spPr>
            <a:xfrm>
              <a:off x="8791196" y="4161392"/>
              <a:ext cx="987382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" name="CustomShape 15">
              <a:extLst>
                <a:ext uri="{FF2B5EF4-FFF2-40B4-BE49-F238E27FC236}">
                  <a16:creationId xmlns:a16="http://schemas.microsoft.com/office/drawing/2014/main" id="{C450D89D-5401-4734-91DE-2267B92023F0}"/>
                </a:ext>
              </a:extLst>
            </p:cNvPr>
            <p:cNvSpPr/>
            <p:nvPr/>
          </p:nvSpPr>
          <p:spPr>
            <a:xfrm>
              <a:off x="7978072" y="875978"/>
              <a:ext cx="784921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3" name="CustomShape 15">
              <a:extLst>
                <a:ext uri="{FF2B5EF4-FFF2-40B4-BE49-F238E27FC236}">
                  <a16:creationId xmlns:a16="http://schemas.microsoft.com/office/drawing/2014/main" id="{32D8C77E-E46D-470A-A609-1451669C02FD}"/>
                </a:ext>
              </a:extLst>
            </p:cNvPr>
            <p:cNvSpPr/>
            <p:nvPr/>
          </p:nvSpPr>
          <p:spPr>
            <a:xfrm>
              <a:off x="7886623" y="3608242"/>
              <a:ext cx="784921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314" name="Group 313">
              <a:extLst>
                <a:ext uri="{FF2B5EF4-FFF2-40B4-BE49-F238E27FC236}">
                  <a16:creationId xmlns:a16="http://schemas.microsoft.com/office/drawing/2014/main" id="{2663530E-FCA7-4FC7-8DB1-9AEFE35E7D26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316" name="CustomShape 8">
                <a:extLst>
                  <a:ext uri="{FF2B5EF4-FFF2-40B4-BE49-F238E27FC236}">
                    <a16:creationId xmlns:a16="http://schemas.microsoft.com/office/drawing/2014/main" id="{FA33EDB5-7ECF-46DB-B71A-0E4FFBC52A89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317" name="CustomShape 8">
                <a:extLst>
                  <a:ext uri="{FF2B5EF4-FFF2-40B4-BE49-F238E27FC236}">
                    <a16:creationId xmlns:a16="http://schemas.microsoft.com/office/drawing/2014/main" id="{0440A767-5FBA-4250-B9BE-BA67540F1A05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8" name="CustomShape 8">
                <a:extLst>
                  <a:ext uri="{FF2B5EF4-FFF2-40B4-BE49-F238E27FC236}">
                    <a16:creationId xmlns:a16="http://schemas.microsoft.com/office/drawing/2014/main" id="{8E1223C0-7EB8-43B6-9809-6DA9C3DAA403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319" name="CustomShape 8">
                <a:extLst>
                  <a:ext uri="{FF2B5EF4-FFF2-40B4-BE49-F238E27FC236}">
                    <a16:creationId xmlns:a16="http://schemas.microsoft.com/office/drawing/2014/main" id="{E56E09E1-56BC-45E3-91F8-D58E120CFEBC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320" name="CustomShape 8">
                <a:extLst>
                  <a:ext uri="{FF2B5EF4-FFF2-40B4-BE49-F238E27FC236}">
                    <a16:creationId xmlns:a16="http://schemas.microsoft.com/office/drawing/2014/main" id="{2866D574-F3ED-4AAF-9B6B-518751FC057D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1" name="CustomShape 8">
                <a:extLst>
                  <a:ext uri="{FF2B5EF4-FFF2-40B4-BE49-F238E27FC236}">
                    <a16:creationId xmlns:a16="http://schemas.microsoft.com/office/drawing/2014/main" id="{EA024870-C861-430E-BA99-BCF9A6A1F0CA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2" name="CustomShape 8">
                <a:extLst>
                  <a:ext uri="{FF2B5EF4-FFF2-40B4-BE49-F238E27FC236}">
                    <a16:creationId xmlns:a16="http://schemas.microsoft.com/office/drawing/2014/main" id="{7D2862FA-B5F3-49C0-95B6-D5D5A9F46AC3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323" name="CustomShape 8">
                <a:extLst>
                  <a:ext uri="{FF2B5EF4-FFF2-40B4-BE49-F238E27FC236}">
                    <a16:creationId xmlns:a16="http://schemas.microsoft.com/office/drawing/2014/main" id="{03788B6C-F71E-4E66-97B8-BFCFED1EB02C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324" name="CustomShape 8">
                <a:extLst>
                  <a:ext uri="{FF2B5EF4-FFF2-40B4-BE49-F238E27FC236}">
                    <a16:creationId xmlns:a16="http://schemas.microsoft.com/office/drawing/2014/main" id="{4340838F-2713-43F6-AC42-96EC7A4BBC1E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325" name="CustomShape 8">
                <a:extLst>
                  <a:ext uri="{FF2B5EF4-FFF2-40B4-BE49-F238E27FC236}">
                    <a16:creationId xmlns:a16="http://schemas.microsoft.com/office/drawing/2014/main" id="{6CA35ACD-1EF1-4E74-9F75-0A68217100B6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315" name="CustomShape 8">
              <a:extLst>
                <a:ext uri="{FF2B5EF4-FFF2-40B4-BE49-F238E27FC236}">
                  <a16:creationId xmlns:a16="http://schemas.microsoft.com/office/drawing/2014/main" id="{B2B59432-5213-4841-B94E-C3FF9552EEF4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</p:grpSp>
      <p:sp>
        <p:nvSpPr>
          <p:cNvPr id="344" name="Title 1">
            <a:extLst>
              <a:ext uri="{FF2B5EF4-FFF2-40B4-BE49-F238E27FC236}">
                <a16:creationId xmlns:a16="http://schemas.microsoft.com/office/drawing/2014/main" id="{6673FABB-0D80-4784-9EB0-2E6111092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</p:spTree>
    <p:extLst>
      <p:ext uri="{BB962C8B-B14F-4D97-AF65-F5344CB8AC3E}">
        <p14:creationId xmlns:p14="http://schemas.microsoft.com/office/powerpoint/2010/main" val="423507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613-561C-41E7-89DB-9C112F88A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47F3E38-C63B-4DAC-B914-AAF32369D4E1}"/>
              </a:ext>
            </a:extLst>
          </p:cNvPr>
          <p:cNvGrpSpPr/>
          <p:nvPr/>
        </p:nvGrpSpPr>
        <p:grpSpPr>
          <a:xfrm>
            <a:off x="524105" y="718786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963E04E7-C2F7-47D3-83D2-DC4E0CF26BB2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E4487C-3803-461E-B4B4-D7D2C19D190F}"/>
                </a:ext>
              </a:extLst>
            </p:cNvPr>
            <p:cNvGrpSpPr/>
            <p:nvPr/>
          </p:nvGrpSpPr>
          <p:grpSpPr>
            <a:xfrm>
              <a:off x="2946446" y="5234693"/>
              <a:ext cx="5721806" cy="867130"/>
              <a:chOff x="1824621" y="5241908"/>
              <a:chExt cx="5721806" cy="867130"/>
            </a:xfrm>
          </p:grpSpPr>
          <p:sp>
            <p:nvSpPr>
              <p:cNvPr id="55" name="CustomShape 3">
                <a:extLst>
                  <a:ext uri="{FF2B5EF4-FFF2-40B4-BE49-F238E27FC236}">
                    <a16:creationId xmlns:a16="http://schemas.microsoft.com/office/drawing/2014/main" id="{58026603-809F-4762-9DC6-5A606443DAAF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6" name="CustomShape 5">
                <a:extLst>
                  <a:ext uri="{FF2B5EF4-FFF2-40B4-BE49-F238E27FC236}">
                    <a16:creationId xmlns:a16="http://schemas.microsoft.com/office/drawing/2014/main" id="{1E25719C-7C47-41DC-BB95-D6CB72E81B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7" name="CustomShape 6">
                <a:extLst>
                  <a:ext uri="{FF2B5EF4-FFF2-40B4-BE49-F238E27FC236}">
                    <a16:creationId xmlns:a16="http://schemas.microsoft.com/office/drawing/2014/main" id="{EAB27C19-F157-4310-BBFF-CEE5BE11FF93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8" name="CustomShape 7">
                <a:extLst>
                  <a:ext uri="{FF2B5EF4-FFF2-40B4-BE49-F238E27FC236}">
                    <a16:creationId xmlns:a16="http://schemas.microsoft.com/office/drawing/2014/main" id="{7A0D866C-E88B-4414-B617-2D403324B032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7A64A717-67D7-4E47-90AF-9B88AD31EB58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BD86D58B-B108-494D-AE72-6721CC7FB980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764740F4-0868-43AF-AD2C-8501AE2921AB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1D3B9AE3-8E5F-460B-A79A-56C8847088F1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10DB5E53-3F4F-4839-B3AB-43F6252CC6BA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720AA5DB-4991-4A11-8140-B9F907F8C353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769B68DA-94CA-45B6-ABC1-19DB35397E4D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72C1277B-65E0-4944-A101-1CB61E6ED070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77840803-93CD-487F-A2E7-1E4319F3900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0BC2AA0D-E7E4-4B42-A968-F762032C760F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1F06EE10-02AD-4396-89B9-2BC81E5B1D73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399D5BFB-6755-4C48-9534-DA3E3F7C3FEF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D3F22797-5C99-4D34-9D25-662930C2F668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63FC6152-29B2-4F7B-88BB-DD706693FC99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1CAC94BD-8889-4822-9157-60D9F42532A3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D3F7E106-F410-40CB-B9E1-152303D69EE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614B28EA-ED12-4B5B-8555-C44F49081C66}"/>
                </a:ext>
              </a:extLst>
            </p:cNvPr>
            <p:cNvSpPr/>
            <p:nvPr/>
          </p:nvSpPr>
          <p:spPr>
            <a:xfrm>
              <a:off x="2938232" y="2689436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28FE89ED-CA38-490A-BD1B-7899D0BF68D6}"/>
                </a:ext>
              </a:extLst>
            </p:cNvPr>
            <p:cNvSpPr/>
            <p:nvPr/>
          </p:nvSpPr>
          <p:spPr>
            <a:xfrm>
              <a:off x="4553852" y="2666627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A782A09F-7FE2-4CB0-8381-EA3B78772959}"/>
                </a:ext>
              </a:extLst>
            </p:cNvPr>
            <p:cNvSpPr/>
            <p:nvPr/>
          </p:nvSpPr>
          <p:spPr>
            <a:xfrm>
              <a:off x="2960891" y="1622266"/>
              <a:ext cx="903908" cy="39372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4AB39BF2-444E-4704-9FA3-B486752B5A29}"/>
                </a:ext>
              </a:extLst>
            </p:cNvPr>
            <p:cNvSpPr/>
            <p:nvPr/>
          </p:nvSpPr>
          <p:spPr>
            <a:xfrm>
              <a:off x="6487361" y="1557618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15">
              <a:extLst>
                <a:ext uri="{FF2B5EF4-FFF2-40B4-BE49-F238E27FC236}">
                  <a16:creationId xmlns:a16="http://schemas.microsoft.com/office/drawing/2014/main" id="{92CDE7A5-B485-47E8-B771-D1C06509D5D5}"/>
                </a:ext>
              </a:extLst>
            </p:cNvPr>
            <p:cNvSpPr/>
            <p:nvPr/>
          </p:nvSpPr>
          <p:spPr>
            <a:xfrm>
              <a:off x="7644057" y="1570236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7" name="CustomShape 8">
              <a:extLst>
                <a:ext uri="{FF2B5EF4-FFF2-40B4-BE49-F238E27FC236}">
                  <a16:creationId xmlns:a16="http://schemas.microsoft.com/office/drawing/2014/main" id="{546CB826-FF56-4743-9898-00A9DD94F288}"/>
                </a:ext>
              </a:extLst>
            </p:cNvPr>
            <p:cNvSpPr/>
            <p:nvPr/>
          </p:nvSpPr>
          <p:spPr>
            <a:xfrm>
              <a:off x="2960891" y="986984"/>
              <a:ext cx="903906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270785CB-609B-4F1C-8523-E8E7AD877305}"/>
                </a:ext>
              </a:extLst>
            </p:cNvPr>
            <p:cNvSpPr/>
            <p:nvPr/>
          </p:nvSpPr>
          <p:spPr>
            <a:xfrm>
              <a:off x="4116749" y="971905"/>
              <a:ext cx="903907" cy="39947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4107091C-536A-4755-B136-E4D7283B18B0}"/>
                </a:ext>
              </a:extLst>
            </p:cNvPr>
            <p:cNvSpPr/>
            <p:nvPr/>
          </p:nvSpPr>
          <p:spPr>
            <a:xfrm>
              <a:off x="6476953" y="945827"/>
              <a:ext cx="903907" cy="39468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43070CA7-AF98-4EFC-BACF-5F152D8AEEBA}"/>
                </a:ext>
              </a:extLst>
            </p:cNvPr>
            <p:cNvSpPr/>
            <p:nvPr/>
          </p:nvSpPr>
          <p:spPr>
            <a:xfrm>
              <a:off x="7644056" y="952083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F98E16E5-F21A-4DC5-B88B-DDF5963DA584}"/>
                </a:ext>
              </a:extLst>
            </p:cNvPr>
            <p:cNvSpPr/>
            <p:nvPr/>
          </p:nvSpPr>
          <p:spPr>
            <a:xfrm>
              <a:off x="5302861" y="964592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49359AA5-F7BB-432A-971F-C393A7C7698A}"/>
                </a:ext>
              </a:extLst>
            </p:cNvPr>
            <p:cNvSpPr/>
            <p:nvPr/>
          </p:nvSpPr>
          <p:spPr>
            <a:xfrm>
              <a:off x="6136945" y="2689436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6AE7F8D0-C7B9-434A-B29D-09DA05C3AC6F}"/>
                </a:ext>
              </a:extLst>
            </p:cNvPr>
            <p:cNvSpPr/>
            <p:nvPr/>
          </p:nvSpPr>
          <p:spPr>
            <a:xfrm>
              <a:off x="7773286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4" name="CustomShape 24">
              <a:extLst>
                <a:ext uri="{FF2B5EF4-FFF2-40B4-BE49-F238E27FC236}">
                  <a16:creationId xmlns:a16="http://schemas.microsoft.com/office/drawing/2014/main" id="{3D24503B-C595-4FBA-B4A1-348965E5CD9E}"/>
                </a:ext>
              </a:extLst>
            </p:cNvPr>
            <p:cNvSpPr/>
            <p:nvPr/>
          </p:nvSpPr>
          <p:spPr>
            <a:xfrm>
              <a:off x="1883644" y="432528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" name="CustomShape 15">
              <a:extLst>
                <a:ext uri="{FF2B5EF4-FFF2-40B4-BE49-F238E27FC236}">
                  <a16:creationId xmlns:a16="http://schemas.microsoft.com/office/drawing/2014/main" id="{9513F39F-1DC5-47F2-A0F9-74B5B1543DF8}"/>
                </a:ext>
              </a:extLst>
            </p:cNvPr>
            <p:cNvSpPr/>
            <p:nvPr/>
          </p:nvSpPr>
          <p:spPr>
            <a:xfrm>
              <a:off x="6575549" y="4326095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210E51D1-55F6-48D2-B939-2435DE5F0C19}"/>
                </a:ext>
              </a:extLst>
            </p:cNvPr>
            <p:cNvSpPr/>
            <p:nvPr/>
          </p:nvSpPr>
          <p:spPr>
            <a:xfrm>
              <a:off x="7807827" y="4325287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530198EF-AC25-410E-96DF-E815E04F3054}"/>
                </a:ext>
              </a:extLst>
            </p:cNvPr>
            <p:cNvSpPr/>
            <p:nvPr/>
          </p:nvSpPr>
          <p:spPr>
            <a:xfrm>
              <a:off x="3061197" y="4314172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5D5D15C6-3B67-40B0-A6EA-1FB8A77CDEE7}"/>
                </a:ext>
              </a:extLst>
            </p:cNvPr>
            <p:cNvSpPr/>
            <p:nvPr/>
          </p:nvSpPr>
          <p:spPr>
            <a:xfrm>
              <a:off x="1883644" y="3690006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687C534B-C086-4530-8DD1-C3ED77B2BDDC}"/>
                </a:ext>
              </a:extLst>
            </p:cNvPr>
            <p:cNvSpPr/>
            <p:nvPr/>
          </p:nvSpPr>
          <p:spPr>
            <a:xfrm>
              <a:off x="3060743" y="3704779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97E880ED-2D59-473E-9FCF-5C63977F9491}"/>
                </a:ext>
              </a:extLst>
            </p:cNvPr>
            <p:cNvSpPr/>
            <p:nvPr/>
          </p:nvSpPr>
          <p:spPr>
            <a:xfrm>
              <a:off x="6565141" y="3714304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0FE257EC-4A40-4D8F-8632-42386648CEED}"/>
                </a:ext>
              </a:extLst>
            </p:cNvPr>
            <p:cNvSpPr/>
            <p:nvPr/>
          </p:nvSpPr>
          <p:spPr>
            <a:xfrm>
              <a:off x="7807827" y="3707135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E168C565-CB75-499C-9EF2-557CC9EB0181}"/>
                </a:ext>
              </a:extLst>
            </p:cNvPr>
            <p:cNvSpPr/>
            <p:nvPr/>
          </p:nvSpPr>
          <p:spPr>
            <a:xfrm>
              <a:off x="4287661" y="3701747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4DD3A30A-4829-48F4-BC66-CD9B23BC9883}"/>
                </a:ext>
              </a:extLst>
            </p:cNvPr>
            <p:cNvSpPr/>
            <p:nvPr/>
          </p:nvSpPr>
          <p:spPr>
            <a:xfrm>
              <a:off x="4153272" y="1622266"/>
              <a:ext cx="903907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44E2ED7E-8AA6-4286-B959-7F7CBC35D541}"/>
                </a:ext>
              </a:extLst>
            </p:cNvPr>
            <p:cNvSpPr/>
            <p:nvPr/>
          </p:nvSpPr>
          <p:spPr>
            <a:xfrm>
              <a:off x="5309968" y="1570236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4CD742D9-BFF5-46C3-954F-A49B62957C2C}"/>
                </a:ext>
              </a:extLst>
            </p:cNvPr>
            <p:cNvSpPr/>
            <p:nvPr/>
          </p:nvSpPr>
          <p:spPr>
            <a:xfrm>
              <a:off x="5437261" y="3989131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D099235-763C-4922-B623-BB1475AC3BB8}"/>
                </a:ext>
              </a:extLst>
            </p:cNvPr>
            <p:cNvGrpSpPr/>
            <p:nvPr/>
          </p:nvGrpSpPr>
          <p:grpSpPr>
            <a:xfrm>
              <a:off x="9461856" y="1555106"/>
              <a:ext cx="1130602" cy="3496089"/>
              <a:chOff x="7962195" y="1930422"/>
              <a:chExt cx="1130602" cy="3496089"/>
            </a:xfrm>
          </p:grpSpPr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F715DCC9-E2C0-42D2-9F6E-12ACDAF3F2AE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2DE89790-E990-42EA-91C9-81E887CF8F77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4019A620-3D2D-4CE4-964E-2A2799123622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9EB3894E-1552-4D02-9EDF-8E660EB87C12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3" name="CustomShape 8">
                <a:extLst>
                  <a:ext uri="{FF2B5EF4-FFF2-40B4-BE49-F238E27FC236}">
                    <a16:creationId xmlns:a16="http://schemas.microsoft.com/office/drawing/2014/main" id="{5D01FAAE-71C7-48D8-9E7E-2880258D22C6}"/>
                  </a:ext>
                </a:extLst>
              </p:cNvPr>
              <p:cNvSpPr/>
              <p:nvPr/>
            </p:nvSpPr>
            <p:spPr>
              <a:xfrm>
                <a:off x="7962195" y="25088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7EC0101E-1FBA-49E9-9966-F7E066F3F91D}"/>
                  </a:ext>
                </a:extLst>
              </p:cNvPr>
              <p:cNvSpPr/>
              <p:nvPr/>
            </p:nvSpPr>
            <p:spPr>
              <a:xfrm>
                <a:off x="7962195" y="193042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479FC506-DE6E-4E4A-AC33-9612E1CFACBC}"/>
                </a:ext>
              </a:extLst>
            </p:cNvPr>
            <p:cNvSpPr/>
            <p:nvPr/>
          </p:nvSpPr>
          <p:spPr>
            <a:xfrm>
              <a:off x="9478040" y="532036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880D7289-0FAE-4290-8F6B-0C652D9AC348}"/>
                </a:ext>
              </a:extLst>
            </p:cNvPr>
            <p:cNvSpPr/>
            <p:nvPr/>
          </p:nvSpPr>
          <p:spPr>
            <a:xfrm>
              <a:off x="4287661" y="4322013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166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6CE0-7054-4622-9337-883522445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851489E-10FD-4108-B4FE-B5E904A2E34C}"/>
              </a:ext>
            </a:extLst>
          </p:cNvPr>
          <p:cNvGrpSpPr/>
          <p:nvPr/>
        </p:nvGrpSpPr>
        <p:grpSpPr>
          <a:xfrm>
            <a:off x="470942" y="697520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3AAA6687-267A-42D0-8C55-6A82FFE0E810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758893B-AA2E-43EA-ACC5-E016EDCC38CA}"/>
                </a:ext>
              </a:extLst>
            </p:cNvPr>
            <p:cNvGrpSpPr/>
            <p:nvPr/>
          </p:nvGrpSpPr>
          <p:grpSpPr>
            <a:xfrm>
              <a:off x="2600111" y="5252523"/>
              <a:ext cx="5721806" cy="867130"/>
              <a:chOff x="1824621" y="5241908"/>
              <a:chExt cx="5721806" cy="867130"/>
            </a:xfrm>
          </p:grpSpPr>
          <p:sp>
            <p:nvSpPr>
              <p:cNvPr id="63" name="CustomShape 3">
                <a:extLst>
                  <a:ext uri="{FF2B5EF4-FFF2-40B4-BE49-F238E27FC236}">
                    <a16:creationId xmlns:a16="http://schemas.microsoft.com/office/drawing/2014/main" id="{705621A6-DD60-43EF-BF63-253699B40F5A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4" name="CustomShape 5">
                <a:extLst>
                  <a:ext uri="{FF2B5EF4-FFF2-40B4-BE49-F238E27FC236}">
                    <a16:creationId xmlns:a16="http://schemas.microsoft.com/office/drawing/2014/main" id="{098C4C67-17F3-4B0F-82BC-46580F7AFC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5" name="CustomShape 6">
                <a:extLst>
                  <a:ext uri="{FF2B5EF4-FFF2-40B4-BE49-F238E27FC236}">
                    <a16:creationId xmlns:a16="http://schemas.microsoft.com/office/drawing/2014/main" id="{9C4D3AD9-41D1-4A5F-977F-9586C3A42EC9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6" name="CustomShape 7">
                <a:extLst>
                  <a:ext uri="{FF2B5EF4-FFF2-40B4-BE49-F238E27FC236}">
                    <a16:creationId xmlns:a16="http://schemas.microsoft.com/office/drawing/2014/main" id="{DE39E066-0B59-4CE3-95CC-3FCE44C24E75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ACFB9587-F345-4DAA-80B7-FB10B02EBEFD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E53A52A0-6228-4A0E-9308-EFF21E4C3D27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B09B76E1-EDAC-4987-84E2-D51A5B48CD50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006ED1F2-3571-45CA-BCBA-E38024557DCC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6254D5CB-0336-446E-A09C-EEBC5F126C4B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4638470B-E566-4DF5-93AE-CF79FAA63CB1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582B2015-81C1-45FD-AADE-2496E6DF7C5A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E5388E7A-B79B-4663-9660-8690D95DFD8D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18FCB480-56B2-4AA2-95FB-8C38909C667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8EE284B5-8E1E-4AB0-A4C7-CEB3620495C3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4374EA4A-41CB-4523-9563-02A8FE5E5AE7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D391F6CD-7471-475D-ABBD-988B716C7EC2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A70C3105-D8F9-40F8-A97A-FF3C6A26ABD0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39078DC4-F109-42A7-8C8E-8C5454C4C7FD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58A698DE-FED3-4EF4-8761-9678144DBB6F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8172A338-EDF7-40AE-9AD5-B0D0BC99D7F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B2844E64-EB78-41C1-8B81-D1DCF9151E7D}"/>
                </a:ext>
              </a:extLst>
            </p:cNvPr>
            <p:cNvSpPr/>
            <p:nvPr/>
          </p:nvSpPr>
          <p:spPr>
            <a:xfrm>
              <a:off x="2331827" y="2646651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B50FB6A8-2629-4EA4-8658-C89263861237}"/>
                </a:ext>
              </a:extLst>
            </p:cNvPr>
            <p:cNvSpPr/>
            <p:nvPr/>
          </p:nvSpPr>
          <p:spPr>
            <a:xfrm>
              <a:off x="3401582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05F5C0B6-23C0-470E-ABF3-016FE9AE5DB1}"/>
                </a:ext>
              </a:extLst>
            </p:cNvPr>
            <p:cNvSpPr/>
            <p:nvPr/>
          </p:nvSpPr>
          <p:spPr>
            <a:xfrm>
              <a:off x="1852003" y="1616656"/>
              <a:ext cx="903908" cy="39372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266B44A9-3647-48C5-87DC-D44A7AC6E269}"/>
                </a:ext>
              </a:extLst>
            </p:cNvPr>
            <p:cNvSpPr/>
            <p:nvPr/>
          </p:nvSpPr>
          <p:spPr>
            <a:xfrm>
              <a:off x="7007081" y="1599527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8FE89C29-E18B-46C7-ABE8-9FB3475C75C8}"/>
                </a:ext>
              </a:extLst>
            </p:cNvPr>
            <p:cNvSpPr/>
            <p:nvPr/>
          </p:nvSpPr>
          <p:spPr>
            <a:xfrm>
              <a:off x="6020630" y="1599527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ECFEB26A-71F3-40FD-B283-BA41CB416819}"/>
                </a:ext>
              </a:extLst>
            </p:cNvPr>
            <p:cNvSpPr/>
            <p:nvPr/>
          </p:nvSpPr>
          <p:spPr>
            <a:xfrm>
              <a:off x="8017341" y="1599527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7F3355BB-6F67-4507-B8B8-39DBD450E6E6}"/>
                </a:ext>
              </a:extLst>
            </p:cNvPr>
            <p:cNvSpPr/>
            <p:nvPr/>
          </p:nvSpPr>
          <p:spPr>
            <a:xfrm>
              <a:off x="2865245" y="1616656"/>
              <a:ext cx="903908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EE2EF12A-5AF0-4DAA-A195-95C4D667F147}"/>
                </a:ext>
              </a:extLst>
            </p:cNvPr>
            <p:cNvSpPr/>
            <p:nvPr/>
          </p:nvSpPr>
          <p:spPr>
            <a:xfrm>
              <a:off x="1852003" y="981374"/>
              <a:ext cx="903906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336B37B0-F958-46B1-8DC8-5C4DA3AAEEC9}"/>
                </a:ext>
              </a:extLst>
            </p:cNvPr>
            <p:cNvSpPr/>
            <p:nvPr/>
          </p:nvSpPr>
          <p:spPr>
            <a:xfrm>
              <a:off x="2853736" y="972921"/>
              <a:ext cx="903907" cy="39947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36D86D-4B63-4AC9-BB76-F3BB67D7311A}"/>
                </a:ext>
              </a:extLst>
            </p:cNvPr>
            <p:cNvSpPr/>
            <p:nvPr/>
          </p:nvSpPr>
          <p:spPr>
            <a:xfrm>
              <a:off x="6996673" y="987736"/>
              <a:ext cx="903907" cy="39468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041382F-4EBC-4B6F-9314-CC22F5F75E2F}"/>
                </a:ext>
              </a:extLst>
            </p:cNvPr>
            <p:cNvSpPr/>
            <p:nvPr/>
          </p:nvSpPr>
          <p:spPr>
            <a:xfrm>
              <a:off x="8017340" y="981374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D76DB22B-76BA-449F-9807-3E4815918AB5}"/>
                </a:ext>
              </a:extLst>
            </p:cNvPr>
            <p:cNvSpPr/>
            <p:nvPr/>
          </p:nvSpPr>
          <p:spPr>
            <a:xfrm>
              <a:off x="3890305" y="955670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C18B78B5-24E9-4E4C-A249-1ABCC877D507}"/>
                </a:ext>
              </a:extLst>
            </p:cNvPr>
            <p:cNvSpPr/>
            <p:nvPr/>
          </p:nvSpPr>
          <p:spPr>
            <a:xfrm>
              <a:off x="4490301" y="2654644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C939F4A8-34F4-4F96-8C65-B1452C039B0D}"/>
                </a:ext>
              </a:extLst>
            </p:cNvPr>
            <p:cNvSpPr/>
            <p:nvPr/>
          </p:nvSpPr>
          <p:spPr>
            <a:xfrm>
              <a:off x="6701985" y="2654644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6" name="CustomShape 24">
              <a:extLst>
                <a:ext uri="{FF2B5EF4-FFF2-40B4-BE49-F238E27FC236}">
                  <a16:creationId xmlns:a16="http://schemas.microsoft.com/office/drawing/2014/main" id="{9ACCA773-6EA2-40D6-BAAC-2695F56F71B7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15">
              <a:extLst>
                <a:ext uri="{FF2B5EF4-FFF2-40B4-BE49-F238E27FC236}">
                  <a16:creationId xmlns:a16="http://schemas.microsoft.com/office/drawing/2014/main" id="{62920277-DE0D-472C-B192-06882A8C3893}"/>
                </a:ext>
              </a:extLst>
            </p:cNvPr>
            <p:cNvSpPr/>
            <p:nvPr/>
          </p:nvSpPr>
          <p:spPr>
            <a:xfrm>
              <a:off x="6575549" y="4326095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A348EBE4-03D6-4794-92A3-5E57126CD3B9}"/>
                </a:ext>
              </a:extLst>
            </p:cNvPr>
            <p:cNvSpPr/>
            <p:nvPr/>
          </p:nvSpPr>
          <p:spPr>
            <a:xfrm>
              <a:off x="5378242" y="4318704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39" name="CustomShape 15">
              <a:extLst>
                <a:ext uri="{FF2B5EF4-FFF2-40B4-BE49-F238E27FC236}">
                  <a16:creationId xmlns:a16="http://schemas.microsoft.com/office/drawing/2014/main" id="{6F264E03-D51D-4E0B-9022-186C20E3ACA9}"/>
                </a:ext>
              </a:extLst>
            </p:cNvPr>
            <p:cNvSpPr/>
            <p:nvPr/>
          </p:nvSpPr>
          <p:spPr>
            <a:xfrm>
              <a:off x="7807827" y="4325287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62429388-21EA-41AE-A0E3-DA7C78B3DDEC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6110D5E3-C716-4EDA-8224-371D24051EE2}"/>
                </a:ext>
              </a:extLst>
            </p:cNvPr>
            <p:cNvSpPr/>
            <p:nvPr/>
          </p:nvSpPr>
          <p:spPr>
            <a:xfrm>
              <a:off x="1846518" y="3699484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A2AFFCE6-AE9E-4B26-A58E-F32F48AD0CDA}"/>
                </a:ext>
              </a:extLst>
            </p:cNvPr>
            <p:cNvSpPr/>
            <p:nvPr/>
          </p:nvSpPr>
          <p:spPr>
            <a:xfrm>
              <a:off x="3010473" y="370285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08C113C2-B983-4411-9563-C3C99F7A82C2}"/>
                </a:ext>
              </a:extLst>
            </p:cNvPr>
            <p:cNvSpPr/>
            <p:nvPr/>
          </p:nvSpPr>
          <p:spPr>
            <a:xfrm>
              <a:off x="6565141" y="3714304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F1853735-6D8E-42A9-A840-58C948FF7A0B}"/>
                </a:ext>
              </a:extLst>
            </p:cNvPr>
            <p:cNvSpPr/>
            <p:nvPr/>
          </p:nvSpPr>
          <p:spPr>
            <a:xfrm>
              <a:off x="7807827" y="3707135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909834DE-A6D7-416F-B8DA-8020B6523DD9}"/>
                </a:ext>
              </a:extLst>
            </p:cNvPr>
            <p:cNvSpPr/>
            <p:nvPr/>
          </p:nvSpPr>
          <p:spPr>
            <a:xfrm>
              <a:off x="4174428" y="3699485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6" name="CustomShape 8">
              <a:extLst>
                <a:ext uri="{FF2B5EF4-FFF2-40B4-BE49-F238E27FC236}">
                  <a16:creationId xmlns:a16="http://schemas.microsoft.com/office/drawing/2014/main" id="{4096BC1A-02AD-448B-8922-DEA2ECBB7B65}"/>
                </a:ext>
              </a:extLst>
            </p:cNvPr>
            <p:cNvSpPr/>
            <p:nvPr/>
          </p:nvSpPr>
          <p:spPr>
            <a:xfrm>
              <a:off x="3898613" y="1633574"/>
              <a:ext cx="903907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0ECB49D9-C451-4663-88B6-C8C2E29244BF}"/>
                </a:ext>
              </a:extLst>
            </p:cNvPr>
            <p:cNvSpPr/>
            <p:nvPr/>
          </p:nvSpPr>
          <p:spPr>
            <a:xfrm>
              <a:off x="4967220" y="1226901"/>
              <a:ext cx="903907" cy="5128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IOLINK 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Gateway</a:t>
              </a: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F898EACF-8CA4-4C54-B990-5F788F8292FD}"/>
                </a:ext>
              </a:extLst>
            </p:cNvPr>
            <p:cNvSpPr/>
            <p:nvPr/>
          </p:nvSpPr>
          <p:spPr>
            <a:xfrm>
              <a:off x="7807827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100" spc="-2" dirty="0">
                  <a:solidFill>
                    <a:srgbClr val="000000"/>
                  </a:solidFill>
                </a:rPr>
                <a:t>EtherCAT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</a:rPr>
                <a:t>IOLINK Gateway</a:t>
              </a: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5CE68BA0-7190-4A1D-8129-2D027A2C21CE}"/>
                </a:ext>
              </a:extLst>
            </p:cNvPr>
            <p:cNvSpPr/>
            <p:nvPr/>
          </p:nvSpPr>
          <p:spPr>
            <a:xfrm>
              <a:off x="5596143" y="2656912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5DD08A0D-8D3C-444E-B046-D2AC2EA73B32}"/>
                </a:ext>
              </a:extLst>
            </p:cNvPr>
            <p:cNvSpPr/>
            <p:nvPr/>
          </p:nvSpPr>
          <p:spPr>
            <a:xfrm>
              <a:off x="6008625" y="991445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1" name="CustomShape 8">
              <a:extLst>
                <a:ext uri="{FF2B5EF4-FFF2-40B4-BE49-F238E27FC236}">
                  <a16:creationId xmlns:a16="http://schemas.microsoft.com/office/drawing/2014/main" id="{0CD6D95E-B5D8-46AD-B329-2C112685020C}"/>
                </a:ext>
              </a:extLst>
            </p:cNvPr>
            <p:cNvSpPr/>
            <p:nvPr/>
          </p:nvSpPr>
          <p:spPr>
            <a:xfrm>
              <a:off x="5363327" y="3699484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2" name="CustomShape 8">
              <a:extLst>
                <a:ext uri="{FF2B5EF4-FFF2-40B4-BE49-F238E27FC236}">
                  <a16:creationId xmlns:a16="http://schemas.microsoft.com/office/drawing/2014/main" id="{492DB8B2-7E5E-408F-B818-6D442E815D97}"/>
                </a:ext>
              </a:extLst>
            </p:cNvPr>
            <p:cNvSpPr/>
            <p:nvPr/>
          </p:nvSpPr>
          <p:spPr>
            <a:xfrm>
              <a:off x="4200689" y="4357280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7132C3E-B53B-4258-BFB7-737BD7E89497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797735"/>
              <a:chOff x="9452859" y="1233208"/>
              <a:chExt cx="1133304" cy="4797735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1E3C2E3-DA00-4CA3-8015-7FD33E8B69C1}"/>
                  </a:ext>
                </a:extLst>
              </p:cNvPr>
              <p:cNvGrpSpPr/>
              <p:nvPr/>
            </p:nvGrpSpPr>
            <p:grpSpPr>
              <a:xfrm>
                <a:off x="9452859" y="1233208"/>
                <a:ext cx="1133304" cy="4249228"/>
                <a:chOff x="7962195" y="1177283"/>
                <a:chExt cx="1133304" cy="4249228"/>
              </a:xfrm>
            </p:grpSpPr>
            <p:sp>
              <p:nvSpPr>
                <p:cNvPr id="56" name="CustomShape 8">
                  <a:extLst>
                    <a:ext uri="{FF2B5EF4-FFF2-40B4-BE49-F238E27FC236}">
                      <a16:creationId xmlns:a16="http://schemas.microsoft.com/office/drawing/2014/main" id="{368D7E40-37FC-47A2-ABE4-2CD781174620}"/>
                    </a:ext>
                  </a:extLst>
                </p:cNvPr>
                <p:cNvSpPr/>
                <p:nvPr/>
              </p:nvSpPr>
              <p:spPr>
                <a:xfrm>
                  <a:off x="7970653" y="4416651"/>
                  <a:ext cx="1114418" cy="370347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56250" tIns="28125" rIns="56250" bIns="28125" anchor="ctr">
                  <a:noAutofit/>
                </a:bodyPr>
                <a:lstStyle/>
                <a:p>
                  <a:pPr algn="ctr"/>
                  <a:r>
                    <a:rPr lang="en-US" sz="1200" spc="-1" dirty="0">
                      <a:solidFill>
                        <a:srgbClr val="000000"/>
                      </a:solidFill>
                      <a:latin typeface="Arial"/>
                    </a:rPr>
                    <a:t>EtherCAT</a:t>
                  </a:r>
                  <a:endParaRPr lang="en-IN" sz="1200" spc="-1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57" name="CustomShape 8">
                  <a:extLst>
                    <a:ext uri="{FF2B5EF4-FFF2-40B4-BE49-F238E27FC236}">
                      <a16:creationId xmlns:a16="http://schemas.microsoft.com/office/drawing/2014/main" id="{B45C1187-CF76-4215-BC52-18CA45899E94}"/>
                    </a:ext>
                  </a:extLst>
                </p:cNvPr>
                <p:cNvSpPr/>
                <p:nvPr/>
              </p:nvSpPr>
              <p:spPr>
                <a:xfrm>
                  <a:off x="7981081" y="1831081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EnDat</a:t>
                  </a:r>
                </a:p>
              </p:txBody>
            </p:sp>
            <p:sp>
              <p:nvSpPr>
                <p:cNvPr id="58" name="CustomShape 8">
                  <a:extLst>
                    <a:ext uri="{FF2B5EF4-FFF2-40B4-BE49-F238E27FC236}">
                      <a16:creationId xmlns:a16="http://schemas.microsoft.com/office/drawing/2014/main" id="{CC2D80D3-6163-477E-A792-70ACE00D6BC4}"/>
                    </a:ext>
                  </a:extLst>
                </p:cNvPr>
                <p:cNvSpPr/>
                <p:nvPr/>
              </p:nvSpPr>
              <p:spPr>
                <a:xfrm>
                  <a:off x="7976203" y="3777138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0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0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59" name="CustomShape 8">
                  <a:extLst>
                    <a:ext uri="{FF2B5EF4-FFF2-40B4-BE49-F238E27FC236}">
                      <a16:creationId xmlns:a16="http://schemas.microsoft.com/office/drawing/2014/main" id="{36E39722-EED9-4BC5-9AC0-8BAC16295484}"/>
                    </a:ext>
                  </a:extLst>
                </p:cNvPr>
                <p:cNvSpPr/>
                <p:nvPr/>
              </p:nvSpPr>
              <p:spPr>
                <a:xfrm>
                  <a:off x="7978379" y="5056164"/>
                  <a:ext cx="1114418" cy="370347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56250" tIns="28125" rIns="56250" bIns="28125" anchor="ctr">
                  <a:noAutofit/>
                </a:bodyPr>
                <a:lstStyle/>
                <a:p>
                  <a:pPr algn="ctr"/>
                  <a:r>
                    <a:rPr lang="en-US" sz="1200" spc="-1" dirty="0">
                      <a:solidFill>
                        <a:srgbClr val="000000"/>
                      </a:solidFill>
                      <a:latin typeface="Arial"/>
                    </a:rPr>
                    <a:t>EtherNet/IP</a:t>
                  </a:r>
                  <a:endParaRPr lang="en-IN" sz="1200" spc="-1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60" name="CustomShape 8">
                  <a:extLst>
                    <a:ext uri="{FF2B5EF4-FFF2-40B4-BE49-F238E27FC236}">
                      <a16:creationId xmlns:a16="http://schemas.microsoft.com/office/drawing/2014/main" id="{31C22309-0D6A-4B53-B556-69D0DBC386E9}"/>
                    </a:ext>
                  </a:extLst>
                </p:cNvPr>
                <p:cNvSpPr/>
                <p:nvPr/>
              </p:nvSpPr>
              <p:spPr>
                <a:xfrm>
                  <a:off x="7976203" y="2484353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HDSL</a:t>
                  </a:r>
                </a:p>
              </p:txBody>
            </p:sp>
            <p:sp>
              <p:nvSpPr>
                <p:cNvPr id="61" name="CustomShape 8">
                  <a:extLst>
                    <a:ext uri="{FF2B5EF4-FFF2-40B4-BE49-F238E27FC236}">
                      <a16:creationId xmlns:a16="http://schemas.microsoft.com/office/drawing/2014/main" id="{CB53B2EC-6E90-4A60-A8E9-85F7451FF813}"/>
                    </a:ext>
                  </a:extLst>
                </p:cNvPr>
                <p:cNvSpPr/>
                <p:nvPr/>
              </p:nvSpPr>
              <p:spPr>
                <a:xfrm>
                  <a:off x="7962195" y="3137625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Nikon </a:t>
                  </a:r>
                </a:p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A-format</a:t>
                  </a:r>
                </a:p>
              </p:txBody>
            </p:sp>
            <p:sp>
              <p:nvSpPr>
                <p:cNvPr id="62" name="CustomShape 8">
                  <a:extLst>
                    <a:ext uri="{FF2B5EF4-FFF2-40B4-BE49-F238E27FC236}">
                      <a16:creationId xmlns:a16="http://schemas.microsoft.com/office/drawing/2014/main" id="{C31A94F9-111D-427A-8A21-B3F8EF28DD06}"/>
                    </a:ext>
                  </a:extLst>
                </p:cNvPr>
                <p:cNvSpPr/>
                <p:nvPr/>
              </p:nvSpPr>
              <p:spPr>
                <a:xfrm>
                  <a:off x="7976203" y="1177283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BiSS-C</a:t>
                  </a:r>
                </a:p>
              </p:txBody>
            </p:sp>
          </p:grp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FB9A7D4-F0B3-4B31-A9AD-A84C3506CC00}"/>
                  </a:ext>
                </a:extLst>
              </p:cNvPr>
              <p:cNvSpPr/>
              <p:nvPr/>
            </p:nvSpPr>
            <p:spPr>
              <a:xfrm>
                <a:off x="9467314" y="5660596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92063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28A3DBB-7607-4FF8-BA38-BE710BE4D55F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4C48248-04D1-4905-AADE-E6DB2737ECA3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D8C7A8-A77C-42C2-B279-4C30729D972B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362AB0-BFE3-4717-BA78-7D4C4DDD52C3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DDB1A46-0294-4FA7-96DC-6C83F49928FA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B838760-FF17-4F22-B5E0-7D88EA4C0E95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6EC233-2D8A-4561-95C6-BB851F0E43D3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4978FB-43DD-45E2-A851-FD73A45DBA49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D0BE-E588-453B-A0E3-C8C0B262B62D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C43FD41-B69E-40BF-B96D-BF9AF0F69ECD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07AF27C-A6E2-40D6-8EAF-982B5D07482D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8E23A52-0C43-41F3-BFD2-957F15ECCDD7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B06D52C-82AD-4B75-AD0D-B05A1AA3BE87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0B5DBE9-C0A3-42A4-B8B6-1A5468F55B51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8E11615-6633-4021-A1D8-BF5BF8A4E11F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7ED31F-CF34-47A2-925C-2606894E544D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CEC5940-441D-4CA7-809A-64B0BAF8D316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F57071A-3073-4889-9D71-9EAC79AC155F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F0EACF7-865E-4D08-934D-7CB9B881FBBA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EDEB9E9-A21C-4871-B9A4-65CC0FB127E2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6F200B9-A30A-43EF-B7B2-3FA96F25B476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541EB00-180B-4375-8370-B74488E2FB49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3E5B9B7-3595-4795-BE07-BC096E048689}"/>
                  </a:ext>
                </a:extLst>
              </p:cNvPr>
              <p:cNvCxnSpPr>
                <a:stCxn id="17" idx="6"/>
                <a:endCxn id="23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91AC8B6D-78B5-466F-B437-362A17493E3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40AA5833-7CD5-4163-884D-53F1E3CD823D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D7781E-3251-4BE1-900D-F9C443B40A93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E7CEEB1-8BA5-41E0-8678-7E6853838916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75101E61-D1FC-42C1-8971-CBB43E6D4EF8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9D09135-A91F-4AE1-A9DD-0AF836EA1674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7CDFB5C-2FD5-4D8B-916F-A61215D76EB0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BE50612-AB87-4D9D-9A96-9651C9DF6F69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DBF3D-C03A-479F-B442-838D602C9BCC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59ECF7-5434-4948-ACE6-ABDB4B0C25CF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5C05478-A6CC-4DA6-A525-C7E19A89756E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1" name="Connector: Curved 40">
                <a:extLst>
                  <a:ext uri="{FF2B5EF4-FFF2-40B4-BE49-F238E27FC236}">
                    <a16:creationId xmlns:a16="http://schemas.microsoft.com/office/drawing/2014/main" id="{8AC217DF-90A1-4267-B582-570B233D7474}"/>
                  </a:ext>
                </a:extLst>
              </p:cNvPr>
              <p:cNvCxnSpPr>
                <a:stCxn id="20" idx="1"/>
                <a:endCxn id="17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ctor: Curved 41">
                <a:extLst>
                  <a:ext uri="{FF2B5EF4-FFF2-40B4-BE49-F238E27FC236}">
                    <a16:creationId xmlns:a16="http://schemas.microsoft.com/office/drawing/2014/main" id="{C82E685C-4733-4119-A404-45CC0C5CB5F5}"/>
                  </a:ext>
                </a:extLst>
              </p:cNvPr>
              <p:cNvCxnSpPr>
                <a:cxnSpLocks/>
                <a:stCxn id="24" idx="1"/>
                <a:endCxn id="17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7BFA4C-C715-4D50-8877-956CF14EA43E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44" name="Connector: Curved 43">
                <a:extLst>
                  <a:ext uri="{FF2B5EF4-FFF2-40B4-BE49-F238E27FC236}">
                    <a16:creationId xmlns:a16="http://schemas.microsoft.com/office/drawing/2014/main" id="{A127E636-10D6-43DC-86C0-F55500FE8BD3}"/>
                  </a:ext>
                </a:extLst>
              </p:cNvPr>
              <p:cNvCxnSpPr>
                <a:stCxn id="28" idx="1"/>
                <a:endCxn id="27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FD22A85-F8EA-4795-ABD4-B82A6ABD4B2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46" name="Left Brace 45">
                <a:extLst>
                  <a:ext uri="{FF2B5EF4-FFF2-40B4-BE49-F238E27FC236}">
                    <a16:creationId xmlns:a16="http://schemas.microsoft.com/office/drawing/2014/main" id="{BD0B48A7-9FA9-438C-824E-374A6B7F1569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7" name="Connector: Curved 46">
                <a:extLst>
                  <a:ext uri="{FF2B5EF4-FFF2-40B4-BE49-F238E27FC236}">
                    <a16:creationId xmlns:a16="http://schemas.microsoft.com/office/drawing/2014/main" id="{9B21DCBB-06D7-4E27-B307-685CE33FBCD8}"/>
                  </a:ext>
                </a:extLst>
              </p:cNvPr>
              <p:cNvCxnSpPr>
                <a:stCxn id="24" idx="5"/>
                <a:endCxn id="24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Curved 47">
                <a:extLst>
                  <a:ext uri="{FF2B5EF4-FFF2-40B4-BE49-F238E27FC236}">
                    <a16:creationId xmlns:a16="http://schemas.microsoft.com/office/drawing/2014/main" id="{204C0AB3-2CA1-4C18-B48E-76A1148CEDED}"/>
                  </a:ext>
                </a:extLst>
              </p:cNvPr>
              <p:cNvCxnSpPr>
                <a:stCxn id="26" idx="5"/>
                <a:endCxn id="26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41CEDE9-DEA0-4EF1-8B9B-D465CF0DB091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2BB25DB-7871-4D1A-AD43-C03AA840E6D1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A10C5-BD4B-46E9-AC66-F8B639640B7F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293E0C-E8BC-4991-B80D-162C3652E62F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055680-65EF-4F1E-9AC0-762BE6BF29A1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A73AD4-CFF6-4E50-9FC3-5DCF150E1705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50" name="Title 34">
            <a:extLst>
              <a:ext uri="{FF2B5EF4-FFF2-40B4-BE49-F238E27FC236}">
                <a16:creationId xmlns:a16="http://schemas.microsoft.com/office/drawing/2014/main" id="{9F2E75D9-2D89-4352-BABF-07CDBBC9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accent1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40055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B76C-C8B7-4D58-8C4F-A745E8AB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3"/>
            <a:ext cx="13533120" cy="625979"/>
          </a:xfrm>
        </p:spPr>
        <p:txBody>
          <a:bodyPr/>
          <a:lstStyle/>
          <a:p>
            <a:r>
              <a:rPr lang="en-US" sz="2800" dirty="0"/>
              <a:t>PRU-ICSSG Load Share Mode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10F5E880-4D38-4B52-817B-C43CA763B4EC}"/>
              </a:ext>
            </a:extLst>
          </p:cNvPr>
          <p:cNvSpPr txBox="1">
            <a:spLocks/>
          </p:cNvSpPr>
          <p:nvPr/>
        </p:nvSpPr>
        <p:spPr bwMode="auto">
          <a:xfrm>
            <a:off x="386162" y="915659"/>
            <a:ext cx="4939622" cy="8859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marL="189124" indent="-189124" algn="l" rtl="0" eaLnBrk="1" fontAlgn="base" hangingPunct="1">
              <a:spcBef>
                <a:spcPts val="667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8763" indent="-19441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2pPr>
            <a:lvl3pPr marL="711530" indent="-137548" algn="l" rtl="0" eaLnBrk="1" fontAlgn="base" hangingPunct="1">
              <a:spcBef>
                <a:spcPct val="15000"/>
              </a:spcBef>
              <a:spcAft>
                <a:spcPct val="0"/>
              </a:spcAft>
              <a:buChar char="•"/>
              <a:defRPr sz="1500">
                <a:solidFill>
                  <a:schemeClr val="tx1"/>
                </a:solidFill>
                <a:latin typeface="+mn-lt"/>
              </a:defRPr>
            </a:lvl3pPr>
            <a:lvl4pPr marL="1001168" indent="-194416" algn="l" rtl="0" eaLnBrk="1" fontAlgn="base" hangingPunct="1">
              <a:spcBef>
                <a:spcPct val="5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+mn-lt"/>
              </a:defRPr>
            </a:lvl4pPr>
            <a:lvl5pPr marL="124054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5pPr>
            <a:lvl6pPr marL="1621441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6pPr>
            <a:lvl7pPr marL="200233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7pPr>
            <a:lvl8pPr marL="2383230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8pPr>
            <a:lvl9pPr marL="2764124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b="1" kern="0" dirty="0"/>
              <a:t>Default mode </a:t>
            </a:r>
          </a:p>
          <a:p>
            <a:pPr lvl="1"/>
            <a:r>
              <a:rPr lang="en-US" sz="1400" kern="0" dirty="0"/>
              <a:t>PRU handles 3 encoder channels or 9 sigma-delta (SD) channels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29D95B3-8E40-4E9C-9353-E3C8A9AAF401}"/>
              </a:ext>
            </a:extLst>
          </p:cNvPr>
          <p:cNvSpPr txBox="1">
            <a:spLocks/>
          </p:cNvSpPr>
          <p:nvPr/>
        </p:nvSpPr>
        <p:spPr>
          <a:xfrm>
            <a:off x="5437629" y="927422"/>
            <a:ext cx="5997395" cy="797407"/>
          </a:xfrm>
          <a:prstGeom prst="rect">
            <a:avLst/>
          </a:prstGeom>
        </p:spPr>
        <p:txBody>
          <a:bodyPr/>
          <a:lstStyle>
            <a:lvl1pPr marL="189124" indent="-189124" algn="l" rtl="0" eaLnBrk="1" fontAlgn="base" hangingPunct="1">
              <a:spcBef>
                <a:spcPts val="667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8763" indent="-19441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2pPr>
            <a:lvl3pPr marL="711530" indent="-137548" algn="l" rtl="0" eaLnBrk="1" fontAlgn="base" hangingPunct="1">
              <a:spcBef>
                <a:spcPct val="15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</a:defRPr>
            </a:lvl3pPr>
            <a:lvl4pPr marL="1001168" indent="-194416" algn="l" rtl="0" eaLnBrk="1" fontAlgn="base" hangingPunct="1">
              <a:spcBef>
                <a:spcPct val="5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24054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1621441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6pPr>
            <a:lvl7pPr marL="200233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7pPr>
            <a:lvl8pPr marL="2383230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8pPr>
            <a:lvl9pPr marL="2764124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b="1" kern="0" dirty="0"/>
              <a:t>Load share mode</a:t>
            </a:r>
          </a:p>
          <a:p>
            <a:pPr lvl="1"/>
            <a:r>
              <a:rPr lang="en-US" sz="1400" kern="0" dirty="0"/>
              <a:t>Each slice can be configured for peripheral IF mode or SD mode</a:t>
            </a:r>
          </a:p>
          <a:p>
            <a:pPr lvl="1"/>
            <a:r>
              <a:rPr lang="en-US" sz="1400" kern="0" dirty="0"/>
              <a:t>PRU, RTU_PRU, TX_PRU handle 1 encoder channel or 3 SD channel each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B123EC-F85D-4512-B5F9-BF8C1E771E38}"/>
              </a:ext>
            </a:extLst>
          </p:cNvPr>
          <p:cNvGrpSpPr/>
          <p:nvPr/>
        </p:nvGrpSpPr>
        <p:grpSpPr>
          <a:xfrm>
            <a:off x="-362502" y="2062417"/>
            <a:ext cx="5688286" cy="2381279"/>
            <a:chOff x="-362502" y="1915419"/>
            <a:chExt cx="5688286" cy="23812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9AA863D-BAA7-4D35-9409-FC7903C8E399}"/>
                </a:ext>
              </a:extLst>
            </p:cNvPr>
            <p:cNvSpPr txBox="1"/>
            <p:nvPr/>
          </p:nvSpPr>
          <p:spPr>
            <a:xfrm>
              <a:off x="-362502" y="2918936"/>
              <a:ext cx="190093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CD824D4-2544-494E-A2D4-9D0BD8A5E538}"/>
                </a:ext>
              </a:extLst>
            </p:cNvPr>
            <p:cNvSpPr txBox="1"/>
            <p:nvPr/>
          </p:nvSpPr>
          <p:spPr>
            <a:xfrm>
              <a:off x="3594712" y="2895239"/>
              <a:ext cx="173107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C5561A-9883-497A-B650-3A5E304D27C6}"/>
                </a:ext>
              </a:extLst>
            </p:cNvPr>
            <p:cNvSpPr/>
            <p:nvPr/>
          </p:nvSpPr>
          <p:spPr>
            <a:xfrm>
              <a:off x="1270360" y="1919857"/>
              <a:ext cx="2524815" cy="23768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48E1E-8D96-43EA-A684-F4197441C04E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2532768" y="1919857"/>
              <a:ext cx="7955" cy="236072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5D28-7503-451E-A1C5-98C991B0008D}"/>
                </a:ext>
              </a:extLst>
            </p:cNvPr>
            <p:cNvSpPr/>
            <p:nvPr/>
          </p:nvSpPr>
          <p:spPr>
            <a:xfrm>
              <a:off x="1487543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CCB80B-4FCB-4321-9659-ED62DA97B344}"/>
                </a:ext>
              </a:extLst>
            </p:cNvPr>
            <p:cNvSpPr/>
            <p:nvPr/>
          </p:nvSpPr>
          <p:spPr>
            <a:xfrm>
              <a:off x="1487542" y="2934013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B700AA7-98E0-4BFD-80D4-6914CBF48D12}"/>
                </a:ext>
              </a:extLst>
            </p:cNvPr>
            <p:cNvSpPr/>
            <p:nvPr/>
          </p:nvSpPr>
          <p:spPr>
            <a:xfrm>
              <a:off x="1487541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C18BC3E-516E-42C5-8EE7-577135198946}"/>
                </a:ext>
              </a:extLst>
            </p:cNvPr>
            <p:cNvSpPr/>
            <p:nvPr/>
          </p:nvSpPr>
          <p:spPr>
            <a:xfrm>
              <a:off x="2687179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3865BA-2210-4530-992C-E66B7AAF2E85}"/>
                </a:ext>
              </a:extLst>
            </p:cNvPr>
            <p:cNvSpPr/>
            <p:nvPr/>
          </p:nvSpPr>
          <p:spPr>
            <a:xfrm>
              <a:off x="2660314" y="2918936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E6E53A-D9CF-47D3-823B-8A927C18CDF6}"/>
                </a:ext>
              </a:extLst>
            </p:cNvPr>
            <p:cNvSpPr/>
            <p:nvPr/>
          </p:nvSpPr>
          <p:spPr>
            <a:xfrm>
              <a:off x="2687177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D499EBE-DBD8-4AA3-92A3-579111A7D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3" y="316818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6FA9683-0631-4B7A-8FA9-64337D2299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368" y="3281382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5943E5-0ACB-4E8B-BEC6-70666B4D1D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2" y="3047757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64B8A12-F8FA-4DB2-941B-EFA449C0F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4" y="314787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FA24B95-85F4-40B5-BC2B-72D5DFA1E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7519" y="3261070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C055233-DDD4-4E33-B2BE-CA83421BD3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3" y="3027445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4D1E201-8DD7-477D-A8AA-0020821E67A1}"/>
                </a:ext>
              </a:extLst>
            </p:cNvPr>
            <p:cNvSpPr txBox="1"/>
            <p:nvPr/>
          </p:nvSpPr>
          <p:spPr>
            <a:xfrm>
              <a:off x="1583097" y="1919857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E092278-E654-4884-9130-C958662F3B8A}"/>
                </a:ext>
              </a:extLst>
            </p:cNvPr>
            <p:cNvSpPr txBox="1"/>
            <p:nvPr/>
          </p:nvSpPr>
          <p:spPr>
            <a:xfrm>
              <a:off x="2801224" y="1915419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1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D293FF2-D1E0-4925-999B-12B69B48BB12}"/>
              </a:ext>
            </a:extLst>
          </p:cNvPr>
          <p:cNvGrpSpPr/>
          <p:nvPr/>
        </p:nvGrpSpPr>
        <p:grpSpPr>
          <a:xfrm>
            <a:off x="5201350" y="2062417"/>
            <a:ext cx="6768736" cy="2401725"/>
            <a:chOff x="4597400" y="2062417"/>
            <a:chExt cx="6768736" cy="240172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3D41C1E-F96B-4140-AD70-8DCB1069CB31}"/>
                </a:ext>
              </a:extLst>
            </p:cNvPr>
            <p:cNvSpPr/>
            <p:nvPr/>
          </p:nvSpPr>
          <p:spPr>
            <a:xfrm>
              <a:off x="6702952" y="2069307"/>
              <a:ext cx="2524815" cy="23812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EBD15B8-EB83-4728-9AD7-8B9E82ACE293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>
              <a:off x="7965360" y="2069307"/>
              <a:ext cx="7955" cy="236516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1554A15-B195-4211-9CD0-0F6D250EC2BE}"/>
                </a:ext>
              </a:extLst>
            </p:cNvPr>
            <p:cNvSpPr/>
            <p:nvPr/>
          </p:nvSpPr>
          <p:spPr>
            <a:xfrm>
              <a:off x="6920135" y="2401030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2C812F-3FE0-45B0-9ADB-B2430429C0F0}"/>
                </a:ext>
              </a:extLst>
            </p:cNvPr>
            <p:cNvSpPr/>
            <p:nvPr/>
          </p:nvSpPr>
          <p:spPr>
            <a:xfrm>
              <a:off x="6920134" y="3087901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01B5E23-21A2-4C3E-8A42-F9D25893F26E}"/>
                </a:ext>
              </a:extLst>
            </p:cNvPr>
            <p:cNvSpPr/>
            <p:nvPr/>
          </p:nvSpPr>
          <p:spPr>
            <a:xfrm>
              <a:off x="6920133" y="377477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0F2981-4C7A-4031-A6B6-18A3C79D9524}"/>
                </a:ext>
              </a:extLst>
            </p:cNvPr>
            <p:cNvSpPr/>
            <p:nvPr/>
          </p:nvSpPr>
          <p:spPr>
            <a:xfrm>
              <a:off x="8119771" y="2401030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F533FE-3D65-4161-AB2F-1CB07B9F3D92}"/>
                </a:ext>
              </a:extLst>
            </p:cNvPr>
            <p:cNvSpPr/>
            <p:nvPr/>
          </p:nvSpPr>
          <p:spPr>
            <a:xfrm>
              <a:off x="8119770" y="3087901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E46A69-4C1A-4081-8F05-1062C2A78CD6}"/>
                </a:ext>
              </a:extLst>
            </p:cNvPr>
            <p:cNvSpPr/>
            <p:nvPr/>
          </p:nvSpPr>
          <p:spPr>
            <a:xfrm>
              <a:off x="8119769" y="377477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2AB210C-718D-43BC-A80E-994272580B1B}"/>
                </a:ext>
              </a:extLst>
            </p:cNvPr>
            <p:cNvCxnSpPr>
              <a:cxnSpLocks/>
              <a:stCxn id="27" idx="3"/>
            </p:cNvCxnSpPr>
            <p:nvPr/>
          </p:nvCxnSpPr>
          <p:spPr>
            <a:xfrm flipV="1">
              <a:off x="9034159" y="3314935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113B28F-D358-4E6D-B285-960DC03EB5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6382" y="261102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75FC60C-C417-4FC7-B9BA-267A1C5978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4340" y="4003601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AF704C7-A269-44A1-9633-9855BE4FA6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5440" y="3323033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A33D52A-A063-42CD-9CE4-BBA035C3E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7663" y="261912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3C7E40F-5ADF-48D6-9300-6C2D0F426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5621" y="401169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E31EC13-0BC7-4A67-A162-41145DB113EE}"/>
                </a:ext>
              </a:extLst>
            </p:cNvPr>
            <p:cNvSpPr txBox="1"/>
            <p:nvPr/>
          </p:nvSpPr>
          <p:spPr>
            <a:xfrm>
              <a:off x="9335036" y="2489261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2446CF0-7AEC-4F32-B4F9-69B33CA39004}"/>
                </a:ext>
              </a:extLst>
            </p:cNvPr>
            <p:cNvSpPr txBox="1"/>
            <p:nvPr/>
          </p:nvSpPr>
          <p:spPr>
            <a:xfrm>
              <a:off x="7000392" y="2066855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0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358617C-EB13-44CA-A9D5-88D26B297F80}"/>
                </a:ext>
              </a:extLst>
            </p:cNvPr>
            <p:cNvSpPr txBox="1"/>
            <p:nvPr/>
          </p:nvSpPr>
          <p:spPr>
            <a:xfrm>
              <a:off x="8218519" y="2062417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1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7EF6021-05A4-4DDB-A0EC-1D2A22D4B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49725" y="2481918"/>
              <a:ext cx="9301" cy="196334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EF8F89D-74BB-494C-886A-76A77A69C0AB}"/>
                </a:ext>
              </a:extLst>
            </p:cNvPr>
            <p:cNvSpPr txBox="1"/>
            <p:nvPr/>
          </p:nvSpPr>
          <p:spPr>
            <a:xfrm>
              <a:off x="9279364" y="2216815"/>
              <a:ext cx="20649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u="sng" dirty="0">
                  <a:solidFill>
                    <a:srgbClr val="C00000"/>
                  </a:solidFill>
                </a:rPr>
                <a:t>Peripheral IF mode</a:t>
              </a:r>
              <a:r>
                <a:rPr lang="en-US" sz="1000" dirty="0">
                  <a:solidFill>
                    <a:srgbClr val="C00000"/>
                  </a:solidFill>
                </a:rPr>
                <a:t> OR </a:t>
              </a:r>
              <a:r>
                <a:rPr lang="en-US" sz="1000" u="sng" dirty="0">
                  <a:solidFill>
                    <a:srgbClr val="C00000"/>
                  </a:solidFill>
                </a:rPr>
                <a:t>SD mode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7298E9A-587F-43B6-A46F-4EBDB4E1C341}"/>
                </a:ext>
              </a:extLst>
            </p:cNvPr>
            <p:cNvSpPr txBox="1"/>
            <p:nvPr/>
          </p:nvSpPr>
          <p:spPr>
            <a:xfrm>
              <a:off x="10559026" y="2489261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D633901-1B1D-4DD5-A157-81648F228C49}"/>
                </a:ext>
              </a:extLst>
            </p:cNvPr>
            <p:cNvSpPr txBox="1"/>
            <p:nvPr/>
          </p:nvSpPr>
          <p:spPr>
            <a:xfrm>
              <a:off x="9313253" y="3194755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0BB83DB-6398-46DF-BBA3-004AB18680A1}"/>
                </a:ext>
              </a:extLst>
            </p:cNvPr>
            <p:cNvSpPr txBox="1"/>
            <p:nvPr/>
          </p:nvSpPr>
          <p:spPr>
            <a:xfrm>
              <a:off x="10537243" y="3194755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1E3190F-97F4-4AD9-9C06-DC1CA389895F}"/>
                </a:ext>
              </a:extLst>
            </p:cNvPr>
            <p:cNvSpPr txBox="1"/>
            <p:nvPr/>
          </p:nvSpPr>
          <p:spPr>
            <a:xfrm>
              <a:off x="9295777" y="3868579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4D3FA21-B092-4ABB-8BB3-D7E10B582B69}"/>
                </a:ext>
              </a:extLst>
            </p:cNvPr>
            <p:cNvSpPr txBox="1"/>
            <p:nvPr/>
          </p:nvSpPr>
          <p:spPr>
            <a:xfrm>
              <a:off x="10519767" y="3868579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D22DCD-3204-4F28-8643-3AA110105E4F}"/>
                </a:ext>
              </a:extLst>
            </p:cNvPr>
            <p:cNvSpPr txBox="1"/>
            <p:nvPr/>
          </p:nvSpPr>
          <p:spPr>
            <a:xfrm>
              <a:off x="4653072" y="2508143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F5E893-A575-40E0-A47D-DA14F02B55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7761" y="2500800"/>
              <a:ext cx="9301" cy="196334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DE7365-035C-408A-818E-7D33770A4DE7}"/>
                </a:ext>
              </a:extLst>
            </p:cNvPr>
            <p:cNvSpPr txBox="1"/>
            <p:nvPr/>
          </p:nvSpPr>
          <p:spPr>
            <a:xfrm>
              <a:off x="4597400" y="2235697"/>
              <a:ext cx="20649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u="sng" dirty="0">
                  <a:solidFill>
                    <a:srgbClr val="C00000"/>
                  </a:solidFill>
                </a:rPr>
                <a:t>Peripheral IF mode</a:t>
              </a:r>
              <a:r>
                <a:rPr lang="en-US" sz="1000" dirty="0">
                  <a:solidFill>
                    <a:srgbClr val="C00000"/>
                  </a:solidFill>
                </a:rPr>
                <a:t> OR </a:t>
              </a:r>
              <a:r>
                <a:rPr lang="en-US" sz="1000" u="sng" dirty="0">
                  <a:solidFill>
                    <a:srgbClr val="C00000"/>
                  </a:solidFill>
                </a:rPr>
                <a:t>SD mode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D2E931A-5022-427E-9153-4EF89F8DCB2B}"/>
                </a:ext>
              </a:extLst>
            </p:cNvPr>
            <p:cNvSpPr txBox="1"/>
            <p:nvPr/>
          </p:nvSpPr>
          <p:spPr>
            <a:xfrm>
              <a:off x="5877062" y="2508143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57B4199-E14F-48B1-8861-8C68791E5DF5}"/>
                </a:ext>
              </a:extLst>
            </p:cNvPr>
            <p:cNvSpPr txBox="1"/>
            <p:nvPr/>
          </p:nvSpPr>
          <p:spPr>
            <a:xfrm>
              <a:off x="4631289" y="3213637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EE1E978-141B-431E-8391-486FFA280C50}"/>
                </a:ext>
              </a:extLst>
            </p:cNvPr>
            <p:cNvSpPr txBox="1"/>
            <p:nvPr/>
          </p:nvSpPr>
          <p:spPr>
            <a:xfrm>
              <a:off x="5855279" y="3213637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3E4B181-CCC4-4137-AC71-038DABF6D0F3}"/>
                </a:ext>
              </a:extLst>
            </p:cNvPr>
            <p:cNvSpPr txBox="1"/>
            <p:nvPr/>
          </p:nvSpPr>
          <p:spPr>
            <a:xfrm>
              <a:off x="4613813" y="3887461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4097C3D-AD39-4286-958F-02694F6A279C}"/>
                </a:ext>
              </a:extLst>
            </p:cNvPr>
            <p:cNvSpPr txBox="1"/>
            <p:nvPr/>
          </p:nvSpPr>
          <p:spPr>
            <a:xfrm>
              <a:off x="5837803" y="3887461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04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6-axis servo drive – CPU 1</a:t>
            </a:r>
            <a:endParaRPr lang="en-US" sz="2800" dirty="0"/>
          </a:p>
        </p:txBody>
      </p: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676D4102-7BEF-48EC-9368-D2F9B60B314A}"/>
              </a:ext>
            </a:extLst>
          </p:cNvPr>
          <p:cNvGrpSpPr/>
          <p:nvPr/>
        </p:nvGrpSpPr>
        <p:grpSpPr>
          <a:xfrm>
            <a:off x="1683067" y="2005801"/>
            <a:ext cx="8549718" cy="3037254"/>
            <a:chOff x="1683067" y="2005801"/>
            <a:chExt cx="8549718" cy="3037254"/>
          </a:xfrm>
        </p:grpSpPr>
        <p:sp>
          <p:nvSpPr>
            <p:cNvPr id="303" name="Rectangle 15">
              <a:extLst>
                <a:ext uri="{FF2B5EF4-FFF2-40B4-BE49-F238E27FC236}">
                  <a16:creationId xmlns:a16="http://schemas.microsoft.com/office/drawing/2014/main" id="{A5592209-DEEE-49E4-91FA-C8665439641B}"/>
                </a:ext>
              </a:extLst>
            </p:cNvPr>
            <p:cNvSpPr/>
            <p:nvPr/>
          </p:nvSpPr>
          <p:spPr>
            <a:xfrm>
              <a:off x="3767086" y="2005801"/>
              <a:ext cx="4295212" cy="30372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 cap="flat" cmpd="sng" algn="ctr">
              <a:solidFill>
                <a:srgbClr val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4" name="正方形/長方形 183">
              <a:extLst>
                <a:ext uri="{FF2B5EF4-FFF2-40B4-BE49-F238E27FC236}">
                  <a16:creationId xmlns:a16="http://schemas.microsoft.com/office/drawing/2014/main" id="{D97A0300-BE9B-485E-A150-21501121623C}"/>
                </a:ext>
              </a:extLst>
            </p:cNvPr>
            <p:cNvSpPr/>
            <p:nvPr/>
          </p:nvSpPr>
          <p:spPr>
            <a:xfrm>
              <a:off x="7093312" y="2279769"/>
              <a:ext cx="871819" cy="26298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5" name="テキスト ボックス 184">
              <a:extLst>
                <a:ext uri="{FF2B5EF4-FFF2-40B4-BE49-F238E27FC236}">
                  <a16:creationId xmlns:a16="http://schemas.microsoft.com/office/drawing/2014/main" id="{5FB46B3F-9859-4274-AF1D-EB59057290E8}"/>
                </a:ext>
              </a:extLst>
            </p:cNvPr>
            <p:cNvSpPr txBox="1"/>
            <p:nvPr/>
          </p:nvSpPr>
          <p:spPr>
            <a:xfrm>
              <a:off x="7097831" y="2266580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PRU-ICSSG0</a:t>
              </a:r>
              <a:endParaRPr kumimoji="1" lang="ja-JP" altLang="en-US" sz="800" b="1" dirty="0">
                <a:latin typeface="+mn-lt"/>
              </a:endParaRPr>
            </a:p>
          </p:txBody>
        </p:sp>
        <p:sp>
          <p:nvSpPr>
            <p:cNvPr id="306" name="テキスト ボックス 200">
              <a:extLst>
                <a:ext uri="{FF2B5EF4-FFF2-40B4-BE49-F238E27FC236}">
                  <a16:creationId xmlns:a16="http://schemas.microsoft.com/office/drawing/2014/main" id="{951E7F3E-734A-44C4-B5DC-0B0ECB343CD8}"/>
                </a:ext>
              </a:extLst>
            </p:cNvPr>
            <p:cNvSpPr txBox="1"/>
            <p:nvPr/>
          </p:nvSpPr>
          <p:spPr>
            <a:xfrm>
              <a:off x="7259022" y="3088551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 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307" name="正方形/長方形 123">
              <a:extLst>
                <a:ext uri="{FF2B5EF4-FFF2-40B4-BE49-F238E27FC236}">
                  <a16:creationId xmlns:a16="http://schemas.microsoft.com/office/drawing/2014/main" id="{052DBB81-EC00-42B6-9FCD-0BCC2FA8E9DE}"/>
                </a:ext>
              </a:extLst>
            </p:cNvPr>
            <p:cNvSpPr/>
            <p:nvPr/>
          </p:nvSpPr>
          <p:spPr>
            <a:xfrm>
              <a:off x="7519993" y="2448181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308" name="正方形/長方形 150">
              <a:extLst>
                <a:ext uri="{FF2B5EF4-FFF2-40B4-BE49-F238E27FC236}">
                  <a16:creationId xmlns:a16="http://schemas.microsoft.com/office/drawing/2014/main" id="{E6A79B98-C2E4-40B9-A8DD-E4DDFEA97F5F}"/>
                </a:ext>
              </a:extLst>
            </p:cNvPr>
            <p:cNvSpPr/>
            <p:nvPr/>
          </p:nvSpPr>
          <p:spPr>
            <a:xfrm>
              <a:off x="3811790" y="2294027"/>
              <a:ext cx="871819" cy="26155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9" name="テキスト ボックス 154">
              <a:extLst>
                <a:ext uri="{FF2B5EF4-FFF2-40B4-BE49-F238E27FC236}">
                  <a16:creationId xmlns:a16="http://schemas.microsoft.com/office/drawing/2014/main" id="{1C977B82-9337-4B69-99F5-5878DBA84200}"/>
                </a:ext>
              </a:extLst>
            </p:cNvPr>
            <p:cNvSpPr txBox="1"/>
            <p:nvPr/>
          </p:nvSpPr>
          <p:spPr>
            <a:xfrm>
              <a:off x="3816309" y="2280838"/>
              <a:ext cx="716659" cy="19581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A2B85033-D9EE-4E1A-9F22-ACEFE1158E12}"/>
                </a:ext>
              </a:extLst>
            </p:cNvPr>
            <p:cNvGrpSpPr/>
            <p:nvPr/>
          </p:nvGrpSpPr>
          <p:grpSpPr>
            <a:xfrm>
              <a:off x="3843872" y="3739558"/>
              <a:ext cx="797151" cy="1135713"/>
              <a:chOff x="3820214" y="3601589"/>
              <a:chExt cx="797151" cy="1135713"/>
            </a:xfrm>
          </p:grpSpPr>
          <p:sp>
            <p:nvSpPr>
              <p:cNvPr id="381" name="テキスト ボックス 156">
                <a:extLst>
                  <a:ext uri="{FF2B5EF4-FFF2-40B4-BE49-F238E27FC236}">
                    <a16:creationId xmlns:a16="http://schemas.microsoft.com/office/drawing/2014/main" id="{F9517590-C19C-4D29-880D-25C5684B4885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82" name="正方形/長方形 159">
                <a:extLst>
                  <a:ext uri="{FF2B5EF4-FFF2-40B4-BE49-F238E27FC236}">
                    <a16:creationId xmlns:a16="http://schemas.microsoft.com/office/drawing/2014/main" id="{81548305-D8CF-4006-8B4C-DCC6B35E1118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3" name="正方形/長方形 160">
                <a:extLst>
                  <a:ext uri="{FF2B5EF4-FFF2-40B4-BE49-F238E27FC236}">
                    <a16:creationId xmlns:a16="http://schemas.microsoft.com/office/drawing/2014/main" id="{B3273DC3-FE8A-42BD-A642-961B1D50F06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4" name="テキスト ボックス 161">
                <a:extLst>
                  <a:ext uri="{FF2B5EF4-FFF2-40B4-BE49-F238E27FC236}">
                    <a16:creationId xmlns:a16="http://schemas.microsoft.com/office/drawing/2014/main" id="{9007DD4C-24F4-48C1-9389-C849C6D5CE9B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85" name="正方形/長方形 168">
                <a:extLst>
                  <a:ext uri="{FF2B5EF4-FFF2-40B4-BE49-F238E27FC236}">
                    <a16:creationId xmlns:a16="http://schemas.microsoft.com/office/drawing/2014/main" id="{9DA5E566-F562-4A04-A44A-32378A61716F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6" name="テキスト ボックス 171">
                <a:extLst>
                  <a:ext uri="{FF2B5EF4-FFF2-40B4-BE49-F238E27FC236}">
                    <a16:creationId xmlns:a16="http://schemas.microsoft.com/office/drawing/2014/main" id="{93E3FA1B-FD51-420D-A6F3-F7BE449320D9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87" name="正方形/長方形 172">
                <a:extLst>
                  <a:ext uri="{FF2B5EF4-FFF2-40B4-BE49-F238E27FC236}">
                    <a16:creationId xmlns:a16="http://schemas.microsoft.com/office/drawing/2014/main" id="{576BC01D-224A-4038-B501-0D37CBCF2AA8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8" name="テキスト ボックス 179">
                <a:extLst>
                  <a:ext uri="{FF2B5EF4-FFF2-40B4-BE49-F238E27FC236}">
                    <a16:creationId xmlns:a16="http://schemas.microsoft.com/office/drawing/2014/main" id="{17B456D3-0B1D-478B-A05D-908943DCFFAA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11" name="正方形/長方形 231">
              <a:extLst>
                <a:ext uri="{FF2B5EF4-FFF2-40B4-BE49-F238E27FC236}">
                  <a16:creationId xmlns:a16="http://schemas.microsoft.com/office/drawing/2014/main" id="{2B988602-967C-45F1-BC00-B50EF1C31ABD}"/>
                </a:ext>
              </a:extLst>
            </p:cNvPr>
            <p:cNvSpPr/>
            <p:nvPr/>
          </p:nvSpPr>
          <p:spPr>
            <a:xfrm>
              <a:off x="3883245" y="2462439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312" name="直線コネクタ 233">
              <a:extLst>
                <a:ext uri="{FF2B5EF4-FFF2-40B4-BE49-F238E27FC236}">
                  <a16:creationId xmlns:a16="http://schemas.microsoft.com/office/drawing/2014/main" id="{86366CFE-7432-49AB-B620-7BF6D85D7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5719" y="2483056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テキスト ボックス 240">
              <a:extLst>
                <a:ext uri="{FF2B5EF4-FFF2-40B4-BE49-F238E27FC236}">
                  <a16:creationId xmlns:a16="http://schemas.microsoft.com/office/drawing/2014/main" id="{43CEABDD-E847-46DE-80CA-217CF064B3A2}"/>
                </a:ext>
              </a:extLst>
            </p:cNvPr>
            <p:cNvSpPr txBox="1"/>
            <p:nvPr/>
          </p:nvSpPr>
          <p:spPr>
            <a:xfrm>
              <a:off x="3221306" y="2390126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4" name="直線コネクタ 264">
              <a:extLst>
                <a:ext uri="{FF2B5EF4-FFF2-40B4-BE49-F238E27FC236}">
                  <a16:creationId xmlns:a16="http://schemas.microsoft.com/office/drawing/2014/main" id="{28C74B79-FACA-47BA-AE69-AD8A5FA01F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14578" y="315083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5" name="テキスト ボックス 265">
              <a:extLst>
                <a:ext uri="{FF2B5EF4-FFF2-40B4-BE49-F238E27FC236}">
                  <a16:creationId xmlns:a16="http://schemas.microsoft.com/office/drawing/2014/main" id="{FD4AEC73-3141-4AA9-B953-31893871D05C}"/>
                </a:ext>
              </a:extLst>
            </p:cNvPr>
            <p:cNvSpPr txBox="1"/>
            <p:nvPr/>
          </p:nvSpPr>
          <p:spPr>
            <a:xfrm>
              <a:off x="3256010" y="3017421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6" name="直線矢印コネクタ 232">
              <a:extLst>
                <a:ext uri="{FF2B5EF4-FFF2-40B4-BE49-F238E27FC236}">
                  <a16:creationId xmlns:a16="http://schemas.microsoft.com/office/drawing/2014/main" id="{FEC285F2-7C33-49EC-B51B-D0D81CCF9B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8055" y="2558275"/>
              <a:ext cx="897880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矢印コネクタ 244">
              <a:extLst>
                <a:ext uri="{FF2B5EF4-FFF2-40B4-BE49-F238E27FC236}">
                  <a16:creationId xmlns:a16="http://schemas.microsoft.com/office/drawing/2014/main" id="{488EFEA0-FF6E-4163-BA72-7CCA3C5F2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318495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矢印コネクタ 266">
              <a:extLst>
                <a:ext uri="{FF2B5EF4-FFF2-40B4-BE49-F238E27FC236}">
                  <a16:creationId xmlns:a16="http://schemas.microsoft.com/office/drawing/2014/main" id="{CA3F3B7B-8EBE-441E-88C4-F3D3161CEE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3793" y="403761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線矢印コネクタ 267">
              <a:extLst>
                <a:ext uri="{FF2B5EF4-FFF2-40B4-BE49-F238E27FC236}">
                  <a16:creationId xmlns:a16="http://schemas.microsoft.com/office/drawing/2014/main" id="{A1CC66AD-209C-42AA-9AB1-8F02516ED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355802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矢印コネクタ 268">
              <a:extLst>
                <a:ext uri="{FF2B5EF4-FFF2-40B4-BE49-F238E27FC236}">
                  <a16:creationId xmlns:a16="http://schemas.microsoft.com/office/drawing/2014/main" id="{0EB5A023-8AE2-4E58-AC7A-856D16B20D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668688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1" name="テキスト ボックス 287">
              <a:extLst>
                <a:ext uri="{FF2B5EF4-FFF2-40B4-BE49-F238E27FC236}">
                  <a16:creationId xmlns:a16="http://schemas.microsoft.com/office/drawing/2014/main" id="{3AE00144-EB83-45B3-9E73-8B5F1C9D9B17}"/>
                </a:ext>
              </a:extLst>
            </p:cNvPr>
            <p:cNvSpPr txBox="1"/>
            <p:nvPr/>
          </p:nvSpPr>
          <p:spPr>
            <a:xfrm>
              <a:off x="8790673" y="2882820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 (2ch each) 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2" name="直線コネクタ 288">
              <a:extLst>
                <a:ext uri="{FF2B5EF4-FFF2-40B4-BE49-F238E27FC236}">
                  <a16:creationId xmlns:a16="http://schemas.microsoft.com/office/drawing/2014/main" id="{DA281E51-B18E-400D-919C-A31F15342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38059" y="3083953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3" name="テキスト ボックス 289">
              <a:extLst>
                <a:ext uri="{FF2B5EF4-FFF2-40B4-BE49-F238E27FC236}">
                  <a16:creationId xmlns:a16="http://schemas.microsoft.com/office/drawing/2014/main" id="{86276BAF-7E57-46FD-8AFD-6E3ED246CD4E}"/>
                </a:ext>
              </a:extLst>
            </p:cNvPr>
            <p:cNvSpPr txBox="1"/>
            <p:nvPr/>
          </p:nvSpPr>
          <p:spPr>
            <a:xfrm>
              <a:off x="8379491" y="2950535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324" name="テキスト ボックス 290">
              <a:extLst>
                <a:ext uri="{FF2B5EF4-FFF2-40B4-BE49-F238E27FC236}">
                  <a16:creationId xmlns:a16="http://schemas.microsoft.com/office/drawing/2014/main" id="{1F222BB1-0A54-453E-B114-8BC74E386338}"/>
                </a:ext>
              </a:extLst>
            </p:cNvPr>
            <p:cNvSpPr txBox="1"/>
            <p:nvPr/>
          </p:nvSpPr>
          <p:spPr>
            <a:xfrm>
              <a:off x="8744729" y="2341675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5" name="直線コネクタ 291">
              <a:extLst>
                <a:ext uri="{FF2B5EF4-FFF2-40B4-BE49-F238E27FC236}">
                  <a16:creationId xmlns:a16="http://schemas.microsoft.com/office/drawing/2014/main" id="{7DE8257B-A851-4098-8F79-DF1DC9A9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0301" y="244489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" name="テキスト ボックス 292">
              <a:extLst>
                <a:ext uri="{FF2B5EF4-FFF2-40B4-BE49-F238E27FC236}">
                  <a16:creationId xmlns:a16="http://schemas.microsoft.com/office/drawing/2014/main" id="{CC6B6434-CE7E-4F04-B648-14173AD2ED47}"/>
                </a:ext>
              </a:extLst>
            </p:cNvPr>
            <p:cNvSpPr txBox="1"/>
            <p:nvPr/>
          </p:nvSpPr>
          <p:spPr>
            <a:xfrm>
              <a:off x="8345888" y="2351969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27" name="直線矢印コネクタ 296">
              <a:extLst>
                <a:ext uri="{FF2B5EF4-FFF2-40B4-BE49-F238E27FC236}">
                  <a16:creationId xmlns:a16="http://schemas.microsoft.com/office/drawing/2014/main" id="{15E69B0E-0134-4B13-8DF6-BB74A5EF4921}"/>
                </a:ext>
              </a:extLst>
            </p:cNvPr>
            <p:cNvCxnSpPr>
              <a:cxnSpLocks/>
            </p:cNvCxnSpPr>
            <p:nvPr/>
          </p:nvCxnSpPr>
          <p:spPr>
            <a:xfrm>
              <a:off x="8062298" y="3165979"/>
              <a:ext cx="747468" cy="6734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矢印コネクタ 297">
              <a:extLst>
                <a:ext uri="{FF2B5EF4-FFF2-40B4-BE49-F238E27FC236}">
                  <a16:creationId xmlns:a16="http://schemas.microsoft.com/office/drawing/2014/main" id="{CC9C1DEC-97A2-46AC-84CB-4B7C79578AF4}"/>
                </a:ext>
              </a:extLst>
            </p:cNvPr>
            <p:cNvCxnSpPr>
              <a:cxnSpLocks/>
            </p:cNvCxnSpPr>
            <p:nvPr/>
          </p:nvCxnSpPr>
          <p:spPr>
            <a:xfrm>
              <a:off x="7933546" y="2524520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矢印コネクタ 299">
              <a:extLst>
                <a:ext uri="{FF2B5EF4-FFF2-40B4-BE49-F238E27FC236}">
                  <a16:creationId xmlns:a16="http://schemas.microsoft.com/office/drawing/2014/main" id="{193BDC8D-1F6F-4925-ACA9-B6F419FA5369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046969"/>
              <a:ext cx="774932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矢印コネクタ 300">
              <a:extLst>
                <a:ext uri="{FF2B5EF4-FFF2-40B4-BE49-F238E27FC236}">
                  <a16:creationId xmlns:a16="http://schemas.microsoft.com/office/drawing/2014/main" id="{26FFC026-BA7B-4EF7-88A6-DD93F55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365960"/>
              <a:ext cx="75955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直線矢印コネクタ 301">
              <a:extLst>
                <a:ext uri="{FF2B5EF4-FFF2-40B4-BE49-F238E27FC236}">
                  <a16:creationId xmlns:a16="http://schemas.microsoft.com/office/drawing/2014/main" id="{285ABF03-6EE5-4E48-9C1C-7DFB7BACF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82093" y="4668688"/>
              <a:ext cx="76101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2" name="テキスト ボックス 305">
              <a:extLst>
                <a:ext uri="{FF2B5EF4-FFF2-40B4-BE49-F238E27FC236}">
                  <a16:creationId xmlns:a16="http://schemas.microsoft.com/office/drawing/2014/main" id="{56957AAD-426F-4189-83D5-BE5991BAF5CD}"/>
                </a:ext>
              </a:extLst>
            </p:cNvPr>
            <p:cNvSpPr txBox="1"/>
            <p:nvPr/>
          </p:nvSpPr>
          <p:spPr>
            <a:xfrm>
              <a:off x="2057708" y="2909999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1, 2, 3 (2ch each) 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3" name="テキスト ボックス 306">
              <a:extLst>
                <a:ext uri="{FF2B5EF4-FFF2-40B4-BE49-F238E27FC236}">
                  <a16:creationId xmlns:a16="http://schemas.microsoft.com/office/drawing/2014/main" id="{452FDF6C-7A0C-4A9F-BF7F-3A74D764609D}"/>
                </a:ext>
              </a:extLst>
            </p:cNvPr>
            <p:cNvSpPr txBox="1"/>
            <p:nvPr/>
          </p:nvSpPr>
          <p:spPr>
            <a:xfrm>
              <a:off x="2041305" y="2392293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4" name="テキスト ボックス 154">
              <a:extLst>
                <a:ext uri="{FF2B5EF4-FFF2-40B4-BE49-F238E27FC236}">
                  <a16:creationId xmlns:a16="http://schemas.microsoft.com/office/drawing/2014/main" id="{B18A4269-A24C-4B33-B345-523243F5F419}"/>
                </a:ext>
              </a:extLst>
            </p:cNvPr>
            <p:cNvSpPr txBox="1"/>
            <p:nvPr/>
          </p:nvSpPr>
          <p:spPr>
            <a:xfrm>
              <a:off x="5530131" y="2042227"/>
              <a:ext cx="716659" cy="24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1100" b="1" dirty="0">
                  <a:latin typeface="+mn-lt"/>
                </a:rPr>
                <a:t>AM243x</a:t>
              </a:r>
              <a:endParaRPr kumimoji="1" lang="ja-JP" altLang="en-US" sz="1100" b="1" dirty="0">
                <a:latin typeface="+mn-lt"/>
              </a:endParaRPr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DC93A559-2BBC-47D7-9BDD-AEFCCB602F30}"/>
                </a:ext>
              </a:extLst>
            </p:cNvPr>
            <p:cNvGrpSpPr/>
            <p:nvPr/>
          </p:nvGrpSpPr>
          <p:grpSpPr>
            <a:xfrm>
              <a:off x="4693026" y="2998392"/>
              <a:ext cx="2353162" cy="986287"/>
              <a:chOff x="4703445" y="2558395"/>
              <a:chExt cx="2353162" cy="986287"/>
            </a:xfrm>
          </p:grpSpPr>
          <p:sp>
            <p:nvSpPr>
              <p:cNvPr id="369" name="正方形/長方形 204">
                <a:extLst>
                  <a:ext uri="{FF2B5EF4-FFF2-40B4-BE49-F238E27FC236}">
                    <a16:creationId xmlns:a16="http://schemas.microsoft.com/office/drawing/2014/main" id="{028C6C22-4630-487D-BE91-25D673533D6E}"/>
                  </a:ext>
                </a:extLst>
              </p:cNvPr>
              <p:cNvSpPr/>
              <p:nvPr/>
            </p:nvSpPr>
            <p:spPr>
              <a:xfrm>
                <a:off x="4722772" y="2558395"/>
                <a:ext cx="2333835" cy="9862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70" name="テキスト ボックス 207">
                <a:extLst>
                  <a:ext uri="{FF2B5EF4-FFF2-40B4-BE49-F238E27FC236}">
                    <a16:creationId xmlns:a16="http://schemas.microsoft.com/office/drawing/2014/main" id="{4D936E29-290A-4A9E-8936-D5D61F893D24}"/>
                  </a:ext>
                </a:extLst>
              </p:cNvPr>
              <p:cNvSpPr txBox="1"/>
              <p:nvPr/>
            </p:nvSpPr>
            <p:spPr>
              <a:xfrm>
                <a:off x="4703445" y="2558395"/>
                <a:ext cx="5381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800" b="1" dirty="0">
                    <a:latin typeface="+mn-lt"/>
                  </a:rPr>
                  <a:t>R5FSS</a:t>
                </a:r>
                <a:endParaRPr kumimoji="1" lang="ja-JP" altLang="en-US" sz="800" b="1" dirty="0">
                  <a:latin typeface="+mn-lt"/>
                </a:endParaRPr>
              </a:p>
            </p:txBody>
          </p:sp>
          <p:grpSp>
            <p:nvGrpSpPr>
              <p:cNvPr id="371" name="Group 370">
                <a:extLst>
                  <a:ext uri="{FF2B5EF4-FFF2-40B4-BE49-F238E27FC236}">
                    <a16:creationId xmlns:a16="http://schemas.microsoft.com/office/drawing/2014/main" id="{2231EC98-EAFA-438A-89F7-3A5D3F1D0F02}"/>
                  </a:ext>
                </a:extLst>
              </p:cNvPr>
              <p:cNvGrpSpPr/>
              <p:nvPr/>
            </p:nvGrpSpPr>
            <p:grpSpPr>
              <a:xfrm>
                <a:off x="5126793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7" name="Group 376">
                  <a:extLst>
                    <a:ext uri="{FF2B5EF4-FFF2-40B4-BE49-F238E27FC236}">
                      <a16:creationId xmlns:a16="http://schemas.microsoft.com/office/drawing/2014/main" id="{AC054B35-A3E1-4D63-945B-4E0DDA03D216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9" name="正方形/長方形 164">
                    <a:extLst>
                      <a:ext uri="{FF2B5EF4-FFF2-40B4-BE49-F238E27FC236}">
                        <a16:creationId xmlns:a16="http://schemas.microsoft.com/office/drawing/2014/main" id="{D313222B-59BF-430A-B47B-19DB0CE6805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80" name="テキスト ボックス 162">
                    <a:extLst>
                      <a:ext uri="{FF2B5EF4-FFF2-40B4-BE49-F238E27FC236}">
                        <a16:creationId xmlns:a16="http://schemas.microsoft.com/office/drawing/2014/main" id="{469E849A-9DD2-495A-83B8-3902736B36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R5FSS0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8" name="正方形/長方形 210">
                  <a:extLst>
                    <a:ext uri="{FF2B5EF4-FFF2-40B4-BE49-F238E27FC236}">
                      <a16:creationId xmlns:a16="http://schemas.microsoft.com/office/drawing/2014/main" id="{F7573234-9DEA-4554-9ADB-EC3E73573410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B5C4C1ED-CD56-4CFA-9093-51DBEECE7682}"/>
                  </a:ext>
                </a:extLst>
              </p:cNvPr>
              <p:cNvGrpSpPr/>
              <p:nvPr/>
            </p:nvGrpSpPr>
            <p:grpSpPr>
              <a:xfrm>
                <a:off x="6144247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91A2E0E2-FE50-4B44-9F61-58E4ECF7BDC3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5" name="正方形/長方形 164">
                    <a:extLst>
                      <a:ext uri="{FF2B5EF4-FFF2-40B4-BE49-F238E27FC236}">
                        <a16:creationId xmlns:a16="http://schemas.microsoft.com/office/drawing/2014/main" id="{2BE41F22-8FE2-482B-8E2C-EF0A9916F77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76" name="テキスト ボックス 162">
                    <a:extLst>
                      <a:ext uri="{FF2B5EF4-FFF2-40B4-BE49-F238E27FC236}">
                        <a16:creationId xmlns:a16="http://schemas.microsoft.com/office/drawing/2014/main" id="{10F2DDC7-921E-43FB-80B2-25DC30DF3D1E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R5FSS1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4" name="正方形/長方形 210">
                  <a:extLst>
                    <a:ext uri="{FF2B5EF4-FFF2-40B4-BE49-F238E27FC236}">
                      <a16:creationId xmlns:a16="http://schemas.microsoft.com/office/drawing/2014/main" id="{3795858A-C40A-4ECF-8801-185AA2559A1F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CAC65859-BF82-4240-877C-24DC8F7735AA}"/>
                </a:ext>
              </a:extLst>
            </p:cNvPr>
            <p:cNvGrpSpPr/>
            <p:nvPr/>
          </p:nvGrpSpPr>
          <p:grpSpPr>
            <a:xfrm>
              <a:off x="7119680" y="3739558"/>
              <a:ext cx="797151" cy="1135713"/>
              <a:chOff x="3820214" y="3601589"/>
              <a:chExt cx="797151" cy="1135713"/>
            </a:xfrm>
          </p:grpSpPr>
          <p:sp>
            <p:nvSpPr>
              <p:cNvPr id="361" name="テキスト ボックス 156">
                <a:extLst>
                  <a:ext uri="{FF2B5EF4-FFF2-40B4-BE49-F238E27FC236}">
                    <a16:creationId xmlns:a16="http://schemas.microsoft.com/office/drawing/2014/main" id="{15188C23-22F3-46D8-8948-DAABA61C2C01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62" name="正方形/長方形 159">
                <a:extLst>
                  <a:ext uri="{FF2B5EF4-FFF2-40B4-BE49-F238E27FC236}">
                    <a16:creationId xmlns:a16="http://schemas.microsoft.com/office/drawing/2014/main" id="{45DCB896-BED9-46C2-8636-2DB3CF6CE523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3" name="正方形/長方形 160">
                <a:extLst>
                  <a:ext uri="{FF2B5EF4-FFF2-40B4-BE49-F238E27FC236}">
                    <a16:creationId xmlns:a16="http://schemas.microsoft.com/office/drawing/2014/main" id="{7A16BB15-2E3C-42E7-B644-D68A6C67F3E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4" name="テキスト ボックス 161">
                <a:extLst>
                  <a:ext uri="{FF2B5EF4-FFF2-40B4-BE49-F238E27FC236}">
                    <a16:creationId xmlns:a16="http://schemas.microsoft.com/office/drawing/2014/main" id="{BEEB3FBB-4E68-417B-8488-9BAEB4BF7F9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65" name="正方形/長方形 168">
                <a:extLst>
                  <a:ext uri="{FF2B5EF4-FFF2-40B4-BE49-F238E27FC236}">
                    <a16:creationId xmlns:a16="http://schemas.microsoft.com/office/drawing/2014/main" id="{7ECE371A-D72F-46E4-886C-69F9C15AED1D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6" name="テキスト ボックス 171">
                <a:extLst>
                  <a:ext uri="{FF2B5EF4-FFF2-40B4-BE49-F238E27FC236}">
                    <a16:creationId xmlns:a16="http://schemas.microsoft.com/office/drawing/2014/main" id="{4947CBBF-B062-4D05-9A85-D7132E4E8387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67" name="正方形/長方形 172">
                <a:extLst>
                  <a:ext uri="{FF2B5EF4-FFF2-40B4-BE49-F238E27FC236}">
                    <a16:creationId xmlns:a16="http://schemas.microsoft.com/office/drawing/2014/main" id="{219BB513-1642-44D1-A648-7C82B643409E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8" name="テキスト ボックス 179">
                <a:extLst>
                  <a:ext uri="{FF2B5EF4-FFF2-40B4-BE49-F238E27FC236}">
                    <a16:creationId xmlns:a16="http://schemas.microsoft.com/office/drawing/2014/main" id="{152E36AC-7A07-4AF2-AFDC-733FC306F98C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37" name="テキスト ボックス 307">
              <a:extLst>
                <a:ext uri="{FF2B5EF4-FFF2-40B4-BE49-F238E27FC236}">
                  <a16:creationId xmlns:a16="http://schemas.microsoft.com/office/drawing/2014/main" id="{B0862B85-3675-4483-A046-7A8B2A2A38AB}"/>
                </a:ext>
              </a:extLst>
            </p:cNvPr>
            <p:cNvSpPr txBox="1"/>
            <p:nvPr/>
          </p:nvSpPr>
          <p:spPr>
            <a:xfrm>
              <a:off x="1694547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8" name="テキスト ボックス 308">
              <a:extLst>
                <a:ext uri="{FF2B5EF4-FFF2-40B4-BE49-F238E27FC236}">
                  <a16:creationId xmlns:a16="http://schemas.microsoft.com/office/drawing/2014/main" id="{DB605ADE-DAE2-4D26-BD85-B11E6454C044}"/>
                </a:ext>
              </a:extLst>
            </p:cNvPr>
            <p:cNvSpPr txBox="1"/>
            <p:nvPr/>
          </p:nvSpPr>
          <p:spPr>
            <a:xfrm>
              <a:off x="1683067" y="4549689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3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9" name="テキスト ボックス 309">
              <a:extLst>
                <a:ext uri="{FF2B5EF4-FFF2-40B4-BE49-F238E27FC236}">
                  <a16:creationId xmlns:a16="http://schemas.microsoft.com/office/drawing/2014/main" id="{3CD0714D-B9A1-49F0-8ECA-B4D74E878499}"/>
                </a:ext>
              </a:extLst>
            </p:cNvPr>
            <p:cNvSpPr txBox="1"/>
            <p:nvPr/>
          </p:nvSpPr>
          <p:spPr>
            <a:xfrm>
              <a:off x="1694547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1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40" name="テキスト ボックス 307">
              <a:extLst>
                <a:ext uri="{FF2B5EF4-FFF2-40B4-BE49-F238E27FC236}">
                  <a16:creationId xmlns:a16="http://schemas.microsoft.com/office/drawing/2014/main" id="{4A948790-BAA1-48F6-9499-068E6E200246}"/>
                </a:ext>
              </a:extLst>
            </p:cNvPr>
            <p:cNvSpPr txBox="1"/>
            <p:nvPr/>
          </p:nvSpPr>
          <p:spPr>
            <a:xfrm>
              <a:off x="8783382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5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1" name="テキスト ボックス 308">
              <a:extLst>
                <a:ext uri="{FF2B5EF4-FFF2-40B4-BE49-F238E27FC236}">
                  <a16:creationId xmlns:a16="http://schemas.microsoft.com/office/drawing/2014/main" id="{51739ECD-25E2-4DE2-907F-F8F8DE0E6993}"/>
                </a:ext>
              </a:extLst>
            </p:cNvPr>
            <p:cNvSpPr txBox="1"/>
            <p:nvPr/>
          </p:nvSpPr>
          <p:spPr>
            <a:xfrm>
              <a:off x="8789601" y="4545577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2" name="テキスト ボックス 309">
              <a:extLst>
                <a:ext uri="{FF2B5EF4-FFF2-40B4-BE49-F238E27FC236}">
                  <a16:creationId xmlns:a16="http://schemas.microsoft.com/office/drawing/2014/main" id="{7F033478-4A04-4431-B98D-BB326DE5D68C}"/>
                </a:ext>
              </a:extLst>
            </p:cNvPr>
            <p:cNvSpPr txBox="1"/>
            <p:nvPr/>
          </p:nvSpPr>
          <p:spPr>
            <a:xfrm>
              <a:off x="8783382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4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CCD4731F-9F32-4EDE-9DA1-8FFC51E002CE}"/>
                </a:ext>
              </a:extLst>
            </p:cNvPr>
            <p:cNvGrpSpPr/>
            <p:nvPr/>
          </p:nvGrpSpPr>
          <p:grpSpPr>
            <a:xfrm>
              <a:off x="3843872" y="2629356"/>
              <a:ext cx="797151" cy="1135713"/>
              <a:chOff x="3820214" y="3601589"/>
              <a:chExt cx="797151" cy="1135713"/>
            </a:xfrm>
          </p:grpSpPr>
          <p:sp>
            <p:nvSpPr>
              <p:cNvPr id="353" name="テキスト ボックス 156">
                <a:extLst>
                  <a:ext uri="{FF2B5EF4-FFF2-40B4-BE49-F238E27FC236}">
                    <a16:creationId xmlns:a16="http://schemas.microsoft.com/office/drawing/2014/main" id="{E3783474-E496-41E5-9CDA-648FDDB11CC4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54" name="正方形/長方形 159">
                <a:extLst>
                  <a:ext uri="{FF2B5EF4-FFF2-40B4-BE49-F238E27FC236}">
                    <a16:creationId xmlns:a16="http://schemas.microsoft.com/office/drawing/2014/main" id="{059D4FC5-DFEE-4497-B31D-541D4521E904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5" name="正方形/長方形 160">
                <a:extLst>
                  <a:ext uri="{FF2B5EF4-FFF2-40B4-BE49-F238E27FC236}">
                    <a16:creationId xmlns:a16="http://schemas.microsoft.com/office/drawing/2014/main" id="{F5512835-7C4D-458E-8025-0DBC1DAC3597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6" name="テキスト ボックス 161">
                <a:extLst>
                  <a:ext uri="{FF2B5EF4-FFF2-40B4-BE49-F238E27FC236}">
                    <a16:creationId xmlns:a16="http://schemas.microsoft.com/office/drawing/2014/main" id="{5AE4AC3E-D6B6-4CB0-82C4-F9534A970EE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57" name="正方形/長方形 168">
                <a:extLst>
                  <a:ext uri="{FF2B5EF4-FFF2-40B4-BE49-F238E27FC236}">
                    <a16:creationId xmlns:a16="http://schemas.microsoft.com/office/drawing/2014/main" id="{25D8BA53-570F-4D4A-A1EC-BCF264E14AC0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8" name="テキスト ボックス 171">
                <a:extLst>
                  <a:ext uri="{FF2B5EF4-FFF2-40B4-BE49-F238E27FC236}">
                    <a16:creationId xmlns:a16="http://schemas.microsoft.com/office/drawing/2014/main" id="{232B00F1-1E91-46E1-A383-E3E870257C24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9" name="正方形/長方形 172">
                <a:extLst>
                  <a:ext uri="{FF2B5EF4-FFF2-40B4-BE49-F238E27FC236}">
                    <a16:creationId xmlns:a16="http://schemas.microsoft.com/office/drawing/2014/main" id="{A5046C0F-13A3-4196-AC11-B9B48BA2F460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0" name="テキスト ボックス 179">
                <a:extLst>
                  <a:ext uri="{FF2B5EF4-FFF2-40B4-BE49-F238E27FC236}">
                    <a16:creationId xmlns:a16="http://schemas.microsoft.com/office/drawing/2014/main" id="{85D1E7EE-E663-4796-AD33-0D343464023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1C813277-4B90-4BCD-9F4E-62A4DF1917BB}"/>
                </a:ext>
              </a:extLst>
            </p:cNvPr>
            <p:cNvGrpSpPr/>
            <p:nvPr/>
          </p:nvGrpSpPr>
          <p:grpSpPr>
            <a:xfrm>
              <a:off x="7120835" y="2622048"/>
              <a:ext cx="797151" cy="1135713"/>
              <a:chOff x="3820214" y="3601589"/>
              <a:chExt cx="797151" cy="1135713"/>
            </a:xfrm>
          </p:grpSpPr>
          <p:sp>
            <p:nvSpPr>
              <p:cNvPr id="345" name="テキスト ボックス 156">
                <a:extLst>
                  <a:ext uri="{FF2B5EF4-FFF2-40B4-BE49-F238E27FC236}">
                    <a16:creationId xmlns:a16="http://schemas.microsoft.com/office/drawing/2014/main" id="{28C1AE8D-909F-4C88-B3C8-D32923DC318A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46" name="正方形/長方形 159">
                <a:extLst>
                  <a:ext uri="{FF2B5EF4-FFF2-40B4-BE49-F238E27FC236}">
                    <a16:creationId xmlns:a16="http://schemas.microsoft.com/office/drawing/2014/main" id="{63D292E2-C0A0-4FA4-BBCC-A1A8578C698A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7" name="正方形/長方形 160">
                <a:extLst>
                  <a:ext uri="{FF2B5EF4-FFF2-40B4-BE49-F238E27FC236}">
                    <a16:creationId xmlns:a16="http://schemas.microsoft.com/office/drawing/2014/main" id="{7E8228B9-EF1E-4BC4-B8FE-3C741FA35AD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8" name="テキスト ボックス 161">
                <a:extLst>
                  <a:ext uri="{FF2B5EF4-FFF2-40B4-BE49-F238E27FC236}">
                    <a16:creationId xmlns:a16="http://schemas.microsoft.com/office/drawing/2014/main" id="{61E4E8F6-C689-4DD1-A955-233829A98CE9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49" name="正方形/長方形 168">
                <a:extLst>
                  <a:ext uri="{FF2B5EF4-FFF2-40B4-BE49-F238E27FC236}">
                    <a16:creationId xmlns:a16="http://schemas.microsoft.com/office/drawing/2014/main" id="{678C1014-765A-445F-A452-C3509331B179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0" name="テキスト ボックス 171">
                <a:extLst>
                  <a:ext uri="{FF2B5EF4-FFF2-40B4-BE49-F238E27FC236}">
                    <a16:creationId xmlns:a16="http://schemas.microsoft.com/office/drawing/2014/main" id="{8CE13CD4-7C46-4679-9490-46A5E3E2F775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1" name="正方形/長方形 172">
                <a:extLst>
                  <a:ext uri="{FF2B5EF4-FFF2-40B4-BE49-F238E27FC236}">
                    <a16:creationId xmlns:a16="http://schemas.microsoft.com/office/drawing/2014/main" id="{F77A806B-9A26-408B-9A0E-C5FA6F4AED84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2" name="テキスト ボックス 179">
                <a:extLst>
                  <a:ext uri="{FF2B5EF4-FFF2-40B4-BE49-F238E27FC236}">
                    <a16:creationId xmlns:a16="http://schemas.microsoft.com/office/drawing/2014/main" id="{9E59861F-A07D-4F25-90F2-C808541BDAD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4563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3-axis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1" name="正方形/長方形 183">
            <a:extLst>
              <a:ext uri="{FF2B5EF4-FFF2-40B4-BE49-F238E27FC236}">
                <a16:creationId xmlns:a16="http://schemas.microsoft.com/office/drawing/2014/main" id="{635F0A00-61EB-4ACB-A5CA-B3D1014BF53E}"/>
              </a:ext>
            </a:extLst>
          </p:cNvPr>
          <p:cNvSpPr/>
          <p:nvPr/>
        </p:nvSpPr>
        <p:spPr>
          <a:xfrm>
            <a:off x="7093312" y="2279769"/>
            <a:ext cx="871819" cy="262983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152" name="テキスト ボックス 184">
            <a:extLst>
              <a:ext uri="{FF2B5EF4-FFF2-40B4-BE49-F238E27FC236}">
                <a16:creationId xmlns:a16="http://schemas.microsoft.com/office/drawing/2014/main" id="{ADB937A0-C6D0-48D6-9932-A5CB971632A7}"/>
              </a:ext>
            </a:extLst>
          </p:cNvPr>
          <p:cNvSpPr txBox="1"/>
          <p:nvPr/>
        </p:nvSpPr>
        <p:spPr>
          <a:xfrm>
            <a:off x="7097831" y="2266580"/>
            <a:ext cx="716659" cy="198841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PRU-ICSSG0</a:t>
            </a:r>
            <a:endParaRPr kumimoji="1" lang="ja-JP" altLang="en-US" sz="800" b="1" dirty="0">
              <a:latin typeface="+mn-lt"/>
            </a:endParaRPr>
          </a:p>
        </p:txBody>
      </p:sp>
      <p:sp>
        <p:nvSpPr>
          <p:cNvPr id="164" name="テキスト ボックス 200">
            <a:extLst>
              <a:ext uri="{FF2B5EF4-FFF2-40B4-BE49-F238E27FC236}">
                <a16:creationId xmlns:a16="http://schemas.microsoft.com/office/drawing/2014/main" id="{982AD354-455E-43DF-A89B-FC034F8A7F97}"/>
              </a:ext>
            </a:extLst>
          </p:cNvPr>
          <p:cNvSpPr txBox="1"/>
          <p:nvPr/>
        </p:nvSpPr>
        <p:spPr>
          <a:xfrm>
            <a:off x="7259022" y="3088551"/>
            <a:ext cx="510784" cy="21877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PRU0</a:t>
            </a:r>
          </a:p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 SDFM</a:t>
            </a:r>
            <a:endParaRPr kumimoji="1" lang="ja-JP" altLang="en-US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2" name="正方形/長方形 123">
            <a:extLst>
              <a:ext uri="{FF2B5EF4-FFF2-40B4-BE49-F238E27FC236}">
                <a16:creationId xmlns:a16="http://schemas.microsoft.com/office/drawing/2014/main" id="{2EE3A241-ADDB-4EDF-AD7B-54429F1073EE}"/>
              </a:ext>
            </a:extLst>
          </p:cNvPr>
          <p:cNvSpPr/>
          <p:nvPr/>
        </p:nvSpPr>
        <p:spPr>
          <a:xfrm>
            <a:off x="7519993" y="2448181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213" name="正方形/長方形 150">
            <a:extLst>
              <a:ext uri="{FF2B5EF4-FFF2-40B4-BE49-F238E27FC236}">
                <a16:creationId xmlns:a16="http://schemas.microsoft.com/office/drawing/2014/main" id="{F55690B9-B8F5-40F4-A75E-6578AC4752D3}"/>
              </a:ext>
            </a:extLst>
          </p:cNvPr>
          <p:cNvSpPr/>
          <p:nvPr/>
        </p:nvSpPr>
        <p:spPr>
          <a:xfrm>
            <a:off x="3811790" y="2294027"/>
            <a:ext cx="871819" cy="261557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214" name="テキスト ボックス 154">
            <a:extLst>
              <a:ext uri="{FF2B5EF4-FFF2-40B4-BE49-F238E27FC236}">
                <a16:creationId xmlns:a16="http://schemas.microsoft.com/office/drawing/2014/main" id="{67BCBF37-2113-4B0B-AF84-9B1A9B8040BC}"/>
              </a:ext>
            </a:extLst>
          </p:cNvPr>
          <p:cNvSpPr txBox="1"/>
          <p:nvPr/>
        </p:nvSpPr>
        <p:spPr>
          <a:xfrm>
            <a:off x="3816309" y="2280838"/>
            <a:ext cx="716659" cy="19581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PRU-ICSSG1</a:t>
            </a:r>
            <a:endParaRPr kumimoji="1" lang="ja-JP" altLang="en-US" sz="800" b="1" dirty="0">
              <a:latin typeface="+mn-lt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02FF3C6-B896-462B-B345-BE075D0ED184}"/>
              </a:ext>
            </a:extLst>
          </p:cNvPr>
          <p:cNvGrpSpPr/>
          <p:nvPr/>
        </p:nvGrpSpPr>
        <p:grpSpPr>
          <a:xfrm>
            <a:off x="3843872" y="3739558"/>
            <a:ext cx="797151" cy="1135713"/>
            <a:chOff x="3820214" y="3601589"/>
            <a:chExt cx="797151" cy="1135713"/>
          </a:xfrm>
        </p:grpSpPr>
        <p:sp>
          <p:nvSpPr>
            <p:cNvPr id="215" name="テキスト ボックス 156">
              <a:extLst>
                <a:ext uri="{FF2B5EF4-FFF2-40B4-BE49-F238E27FC236}">
                  <a16:creationId xmlns:a16="http://schemas.microsoft.com/office/drawing/2014/main" id="{9298272A-EED7-42E6-99AF-22F41BAD865A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216" name="正方形/長方形 159">
              <a:extLst>
                <a:ext uri="{FF2B5EF4-FFF2-40B4-BE49-F238E27FC236}">
                  <a16:creationId xmlns:a16="http://schemas.microsoft.com/office/drawing/2014/main" id="{C426375D-86DE-4309-A12C-486A7AC133B0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7" name="正方形/長方形 160">
              <a:extLst>
                <a:ext uri="{FF2B5EF4-FFF2-40B4-BE49-F238E27FC236}">
                  <a16:creationId xmlns:a16="http://schemas.microsoft.com/office/drawing/2014/main" id="{A3525210-E5A6-4278-B83E-E2419E4BE80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8" name="テキスト ボックス 161">
              <a:extLst>
                <a:ext uri="{FF2B5EF4-FFF2-40B4-BE49-F238E27FC236}">
                  <a16:creationId xmlns:a16="http://schemas.microsoft.com/office/drawing/2014/main" id="{EFA08638-A93B-4342-925D-6D5BC3296BBF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19" name="正方形/長方形 168">
              <a:extLst>
                <a:ext uri="{FF2B5EF4-FFF2-40B4-BE49-F238E27FC236}">
                  <a16:creationId xmlns:a16="http://schemas.microsoft.com/office/drawing/2014/main" id="{ACA0B078-2927-4096-A981-DC6F95F1122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0" name="テキスト ボックス 171">
              <a:extLst>
                <a:ext uri="{FF2B5EF4-FFF2-40B4-BE49-F238E27FC236}">
                  <a16:creationId xmlns:a16="http://schemas.microsoft.com/office/drawing/2014/main" id="{24BC4CA7-7257-4B67-AD71-058ABD27AC25}"/>
                </a:ext>
              </a:extLst>
            </p:cNvPr>
            <p:cNvSpPr txBox="1"/>
            <p:nvPr/>
          </p:nvSpPr>
          <p:spPr>
            <a:xfrm>
              <a:off x="3942542" y="4467427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</p:txBody>
        </p:sp>
        <p:sp>
          <p:nvSpPr>
            <p:cNvPr id="221" name="正方形/長方形 172">
              <a:extLst>
                <a:ext uri="{FF2B5EF4-FFF2-40B4-BE49-F238E27FC236}">
                  <a16:creationId xmlns:a16="http://schemas.microsoft.com/office/drawing/2014/main" id="{E6A08867-0674-4514-B9EB-DF8A0F583B15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2" name="テキスト ボックス 179">
              <a:extLst>
                <a:ext uri="{FF2B5EF4-FFF2-40B4-BE49-F238E27FC236}">
                  <a16:creationId xmlns:a16="http://schemas.microsoft.com/office/drawing/2014/main" id="{CF979FB9-1029-404F-964E-009A40FD7BE8}"/>
                </a:ext>
              </a:extLst>
            </p:cNvPr>
            <p:cNvSpPr txBox="1"/>
            <p:nvPr/>
          </p:nvSpPr>
          <p:spPr>
            <a:xfrm>
              <a:off x="3955135" y="3872888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</p:txBody>
        </p:sp>
      </p:grpSp>
      <p:sp>
        <p:nvSpPr>
          <p:cNvPr id="242" name="テキスト ボックス 287">
            <a:extLst>
              <a:ext uri="{FF2B5EF4-FFF2-40B4-BE49-F238E27FC236}">
                <a16:creationId xmlns:a16="http://schemas.microsoft.com/office/drawing/2014/main" id="{09EBA7D8-55DC-422E-81D1-99FBF1CADB1D}"/>
              </a:ext>
            </a:extLst>
          </p:cNvPr>
          <p:cNvSpPr txBox="1"/>
          <p:nvPr/>
        </p:nvSpPr>
        <p:spPr>
          <a:xfrm>
            <a:off x="8790673" y="2882820"/>
            <a:ext cx="95443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SD for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(2ch each) 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3" name="直線コネクタ 288">
            <a:extLst>
              <a:ext uri="{FF2B5EF4-FFF2-40B4-BE49-F238E27FC236}">
                <a16:creationId xmlns:a16="http://schemas.microsoft.com/office/drawing/2014/main" id="{20B87EEC-73BF-4EF1-88E2-3AC51004FEDA}"/>
              </a:ext>
            </a:extLst>
          </p:cNvPr>
          <p:cNvCxnSpPr>
            <a:cxnSpLocks/>
          </p:cNvCxnSpPr>
          <p:nvPr/>
        </p:nvCxnSpPr>
        <p:spPr>
          <a:xfrm flipH="1">
            <a:off x="8438059" y="3083953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テキスト ボックス 289">
            <a:extLst>
              <a:ext uri="{FF2B5EF4-FFF2-40B4-BE49-F238E27FC236}">
                <a16:creationId xmlns:a16="http://schemas.microsoft.com/office/drawing/2014/main" id="{60CFC93F-1210-4732-A4D1-2CE89146101A}"/>
              </a:ext>
            </a:extLst>
          </p:cNvPr>
          <p:cNvSpPr txBox="1"/>
          <p:nvPr/>
        </p:nvSpPr>
        <p:spPr>
          <a:xfrm>
            <a:off x="8379491" y="2950535"/>
            <a:ext cx="180673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6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245" name="テキスト ボックス 290">
            <a:extLst>
              <a:ext uri="{FF2B5EF4-FFF2-40B4-BE49-F238E27FC236}">
                <a16:creationId xmlns:a16="http://schemas.microsoft.com/office/drawing/2014/main" id="{C3C36943-9D96-42B6-89FD-6C7413AB082C}"/>
              </a:ext>
            </a:extLst>
          </p:cNvPr>
          <p:cNvSpPr txBox="1"/>
          <p:nvPr/>
        </p:nvSpPr>
        <p:spPr>
          <a:xfrm>
            <a:off x="8744729" y="2341675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6" name="直線コネクタ 291">
            <a:extLst>
              <a:ext uri="{FF2B5EF4-FFF2-40B4-BE49-F238E27FC236}">
                <a16:creationId xmlns:a16="http://schemas.microsoft.com/office/drawing/2014/main" id="{DCC42CBB-593D-4E18-B902-61AC1E944B3B}"/>
              </a:ext>
            </a:extLst>
          </p:cNvPr>
          <p:cNvCxnSpPr>
            <a:cxnSpLocks/>
          </p:cNvCxnSpPr>
          <p:nvPr/>
        </p:nvCxnSpPr>
        <p:spPr>
          <a:xfrm flipH="1">
            <a:off x="8450301" y="2444899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テキスト ボックス 292">
            <a:extLst>
              <a:ext uri="{FF2B5EF4-FFF2-40B4-BE49-F238E27FC236}">
                <a16:creationId xmlns:a16="http://schemas.microsoft.com/office/drawing/2014/main" id="{FE6CE722-6EDD-4F52-A73A-B9EFBDBA1BFE}"/>
              </a:ext>
            </a:extLst>
          </p:cNvPr>
          <p:cNvSpPr txBox="1"/>
          <p:nvPr/>
        </p:nvSpPr>
        <p:spPr>
          <a:xfrm>
            <a:off x="8345888" y="2351969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18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250" name="直線矢印コネクタ 296">
            <a:extLst>
              <a:ext uri="{FF2B5EF4-FFF2-40B4-BE49-F238E27FC236}">
                <a16:creationId xmlns:a16="http://schemas.microsoft.com/office/drawing/2014/main" id="{FC8E92BD-5038-43DC-A1D3-F1A929EDE355}"/>
              </a:ext>
            </a:extLst>
          </p:cNvPr>
          <p:cNvCxnSpPr>
            <a:cxnSpLocks/>
          </p:cNvCxnSpPr>
          <p:nvPr/>
        </p:nvCxnSpPr>
        <p:spPr>
          <a:xfrm>
            <a:off x="8062298" y="3165979"/>
            <a:ext cx="747468" cy="6734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97">
            <a:extLst>
              <a:ext uri="{FF2B5EF4-FFF2-40B4-BE49-F238E27FC236}">
                <a16:creationId xmlns:a16="http://schemas.microsoft.com/office/drawing/2014/main" id="{DF20D068-8BB4-439B-B760-42B9DFBDC171}"/>
              </a:ext>
            </a:extLst>
          </p:cNvPr>
          <p:cNvCxnSpPr>
            <a:cxnSpLocks/>
          </p:cNvCxnSpPr>
          <p:nvPr/>
        </p:nvCxnSpPr>
        <p:spPr>
          <a:xfrm>
            <a:off x="7933546" y="2524520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4046969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83792" y="4365960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線矢印コネクタ 301">
            <a:extLst>
              <a:ext uri="{FF2B5EF4-FFF2-40B4-BE49-F238E27FC236}">
                <a16:creationId xmlns:a16="http://schemas.microsoft.com/office/drawing/2014/main" id="{692AC9CA-113F-47BA-B56D-FBCA063DFF9F}"/>
              </a:ext>
            </a:extLst>
          </p:cNvPr>
          <p:cNvCxnSpPr>
            <a:cxnSpLocks/>
          </p:cNvCxnSpPr>
          <p:nvPr/>
        </p:nvCxnSpPr>
        <p:spPr>
          <a:xfrm>
            <a:off x="8082093" y="4668688"/>
            <a:ext cx="76101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AM243x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3-axis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9477BE1-47D6-4521-B95D-BCEB5F0A3C7B}"/>
              </a:ext>
            </a:extLst>
          </p:cNvPr>
          <p:cNvGrpSpPr/>
          <p:nvPr/>
        </p:nvGrpSpPr>
        <p:grpSpPr>
          <a:xfrm>
            <a:off x="7119680" y="3739558"/>
            <a:ext cx="797151" cy="1135713"/>
            <a:chOff x="3820214" y="3601589"/>
            <a:chExt cx="797151" cy="1135713"/>
          </a:xfrm>
        </p:grpSpPr>
        <p:sp>
          <p:nvSpPr>
            <p:cNvPr id="85" name="テキスト ボックス 156">
              <a:extLst>
                <a:ext uri="{FF2B5EF4-FFF2-40B4-BE49-F238E27FC236}">
                  <a16:creationId xmlns:a16="http://schemas.microsoft.com/office/drawing/2014/main" id="{7776C0C8-D585-449E-945C-9ECA6708DBA9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86" name="正方形/長方形 159">
              <a:extLst>
                <a:ext uri="{FF2B5EF4-FFF2-40B4-BE49-F238E27FC236}">
                  <a16:creationId xmlns:a16="http://schemas.microsoft.com/office/drawing/2014/main" id="{186F76D7-38A7-4283-855A-8E283B34E5FE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7" name="正方形/長方形 160">
              <a:extLst>
                <a:ext uri="{FF2B5EF4-FFF2-40B4-BE49-F238E27FC236}">
                  <a16:creationId xmlns:a16="http://schemas.microsoft.com/office/drawing/2014/main" id="{0BAEB062-7BFA-44D6-AA40-3C28E0A81CA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8" name="テキスト ボックス 161">
              <a:extLst>
                <a:ext uri="{FF2B5EF4-FFF2-40B4-BE49-F238E27FC236}">
                  <a16:creationId xmlns:a16="http://schemas.microsoft.com/office/drawing/2014/main" id="{296168D0-B8A5-43A9-AEE6-3AC7EF65004B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89" name="正方形/長方形 168">
              <a:extLst>
                <a:ext uri="{FF2B5EF4-FFF2-40B4-BE49-F238E27FC236}">
                  <a16:creationId xmlns:a16="http://schemas.microsoft.com/office/drawing/2014/main" id="{A0FF2A70-E1FB-4E07-B55A-D8648632A61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0" name="テキスト ボックス 171">
              <a:extLst>
                <a:ext uri="{FF2B5EF4-FFF2-40B4-BE49-F238E27FC236}">
                  <a16:creationId xmlns:a16="http://schemas.microsoft.com/office/drawing/2014/main" id="{AF78433E-63C3-4007-9BDE-C5F209B037FD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  <p:sp>
          <p:nvSpPr>
            <p:cNvPr id="91" name="正方形/長方形 172">
              <a:extLst>
                <a:ext uri="{FF2B5EF4-FFF2-40B4-BE49-F238E27FC236}">
                  <a16:creationId xmlns:a16="http://schemas.microsoft.com/office/drawing/2014/main" id="{517714BC-2298-4511-B3B3-A67CED4EAEB1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2" name="テキスト ボックス 179">
              <a:extLst>
                <a:ext uri="{FF2B5EF4-FFF2-40B4-BE49-F238E27FC236}">
                  <a16:creationId xmlns:a16="http://schemas.microsoft.com/office/drawing/2014/main" id="{E92AEBDC-95B2-47B8-9E8B-8E81522F908C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83382" y="4242850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0" name="テキスト ボックス 308">
            <a:extLst>
              <a:ext uri="{FF2B5EF4-FFF2-40B4-BE49-F238E27FC236}">
                <a16:creationId xmlns:a16="http://schemas.microsoft.com/office/drawing/2014/main" id="{A727B140-3F1D-4C96-92B7-D413B14D5DCA}"/>
              </a:ext>
            </a:extLst>
          </p:cNvPr>
          <p:cNvSpPr txBox="1"/>
          <p:nvPr/>
        </p:nvSpPr>
        <p:spPr>
          <a:xfrm>
            <a:off x="8789601" y="4545577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923859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E507D0-6E46-4EF6-8983-2C2F16B45ABC}"/>
              </a:ext>
            </a:extLst>
          </p:cNvPr>
          <p:cNvGrpSpPr/>
          <p:nvPr/>
        </p:nvGrpSpPr>
        <p:grpSpPr>
          <a:xfrm>
            <a:off x="3843872" y="2629356"/>
            <a:ext cx="797151" cy="1135713"/>
            <a:chOff x="3820214" y="3601589"/>
            <a:chExt cx="797151" cy="1135713"/>
          </a:xfrm>
        </p:grpSpPr>
        <p:sp>
          <p:nvSpPr>
            <p:cNvPr id="103" name="テキスト ボックス 156">
              <a:extLst>
                <a:ext uri="{FF2B5EF4-FFF2-40B4-BE49-F238E27FC236}">
                  <a16:creationId xmlns:a16="http://schemas.microsoft.com/office/drawing/2014/main" id="{BDD3FD8C-045F-4FF4-976A-35C5E40D043F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04" name="正方形/長方形 159">
              <a:extLst>
                <a:ext uri="{FF2B5EF4-FFF2-40B4-BE49-F238E27FC236}">
                  <a16:creationId xmlns:a16="http://schemas.microsoft.com/office/drawing/2014/main" id="{1803DD78-578B-4AFF-8567-9EE4E933F955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5" name="正方形/長方形 160">
              <a:extLst>
                <a:ext uri="{FF2B5EF4-FFF2-40B4-BE49-F238E27FC236}">
                  <a16:creationId xmlns:a16="http://schemas.microsoft.com/office/drawing/2014/main" id="{275702DB-6D95-480E-BB25-1E1CB287DD4E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6" name="テキスト ボックス 161">
              <a:extLst>
                <a:ext uri="{FF2B5EF4-FFF2-40B4-BE49-F238E27FC236}">
                  <a16:creationId xmlns:a16="http://schemas.microsoft.com/office/drawing/2014/main" id="{90E030AF-086D-40CC-8206-8F6954E727C3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07" name="正方形/長方形 168">
              <a:extLst>
                <a:ext uri="{FF2B5EF4-FFF2-40B4-BE49-F238E27FC236}">
                  <a16:creationId xmlns:a16="http://schemas.microsoft.com/office/drawing/2014/main" id="{17D83524-2AAC-4930-8FF3-250C7C745352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8" name="テキスト ボックス 171">
              <a:extLst>
                <a:ext uri="{FF2B5EF4-FFF2-40B4-BE49-F238E27FC236}">
                  <a16:creationId xmlns:a16="http://schemas.microsoft.com/office/drawing/2014/main" id="{CCC3F4F4-E382-445C-A51A-828E4C9C1A34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lt"/>
                </a:rPr>
                <a:t>MDIO Emulation</a:t>
              </a:r>
            </a:p>
          </p:txBody>
        </p:sp>
        <p:sp>
          <p:nvSpPr>
            <p:cNvPr id="109" name="正方形/長方形 172">
              <a:extLst>
                <a:ext uri="{FF2B5EF4-FFF2-40B4-BE49-F238E27FC236}">
                  <a16:creationId xmlns:a16="http://schemas.microsoft.com/office/drawing/2014/main" id="{0E172FC0-548F-4FDC-97CE-4616A3725136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0" name="テキスト ボックス 179">
              <a:extLst>
                <a:ext uri="{FF2B5EF4-FFF2-40B4-BE49-F238E27FC236}">
                  <a16:creationId xmlns:a16="http://schemas.microsoft.com/office/drawing/2014/main" id="{C807B8C9-570E-4B51-A385-5FFB327209FA}"/>
                </a:ext>
              </a:extLst>
            </p:cNvPr>
            <p:cNvSpPr txBox="1"/>
            <p:nvPr/>
          </p:nvSpPr>
          <p:spPr>
            <a:xfrm>
              <a:off x="3947121" y="3870780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5A50C36-59C2-492B-A28B-1DD9A07A1F2B}"/>
              </a:ext>
            </a:extLst>
          </p:cNvPr>
          <p:cNvGrpSpPr/>
          <p:nvPr/>
        </p:nvGrpSpPr>
        <p:grpSpPr>
          <a:xfrm>
            <a:off x="7120835" y="2622048"/>
            <a:ext cx="797151" cy="1135713"/>
            <a:chOff x="3820214" y="3601589"/>
            <a:chExt cx="797151" cy="1135713"/>
          </a:xfrm>
        </p:grpSpPr>
        <p:sp>
          <p:nvSpPr>
            <p:cNvPr id="112" name="テキスト ボックス 156">
              <a:extLst>
                <a:ext uri="{FF2B5EF4-FFF2-40B4-BE49-F238E27FC236}">
                  <a16:creationId xmlns:a16="http://schemas.microsoft.com/office/drawing/2014/main" id="{4F44BF3B-2A40-4FFF-9DFA-C02B4DA2B4D0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13" name="正方形/長方形 159">
              <a:extLst>
                <a:ext uri="{FF2B5EF4-FFF2-40B4-BE49-F238E27FC236}">
                  <a16:creationId xmlns:a16="http://schemas.microsoft.com/office/drawing/2014/main" id="{64FB0693-B76C-4370-BCFE-2E87C06F1436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4" name="正方形/長方形 160">
              <a:extLst>
                <a:ext uri="{FF2B5EF4-FFF2-40B4-BE49-F238E27FC236}">
                  <a16:creationId xmlns:a16="http://schemas.microsoft.com/office/drawing/2014/main" id="{E8A6CD3B-AC14-4D30-ADEC-8AE3352CA40C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5" name="テキスト ボックス 161">
              <a:extLst>
                <a:ext uri="{FF2B5EF4-FFF2-40B4-BE49-F238E27FC236}">
                  <a16:creationId xmlns:a16="http://schemas.microsoft.com/office/drawing/2014/main" id="{C5FC32FB-6BCA-4CB0-BFB6-A4F9AF652FBA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16" name="正方形/長方形 168">
              <a:extLst>
                <a:ext uri="{FF2B5EF4-FFF2-40B4-BE49-F238E27FC236}">
                  <a16:creationId xmlns:a16="http://schemas.microsoft.com/office/drawing/2014/main" id="{31824C81-1429-4B83-83EC-0A933017E3CB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7" name="テキスト ボックス 171">
              <a:extLst>
                <a:ext uri="{FF2B5EF4-FFF2-40B4-BE49-F238E27FC236}">
                  <a16:creationId xmlns:a16="http://schemas.microsoft.com/office/drawing/2014/main" id="{011B7A86-F0BF-4172-B360-40BB79D8057C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PWM</a:t>
              </a:r>
            </a:p>
          </p:txBody>
        </p:sp>
        <p:sp>
          <p:nvSpPr>
            <p:cNvPr id="118" name="正方形/長方形 172">
              <a:extLst>
                <a:ext uri="{FF2B5EF4-FFF2-40B4-BE49-F238E27FC236}">
                  <a16:creationId xmlns:a16="http://schemas.microsoft.com/office/drawing/2014/main" id="{CDC37ECE-4817-4BA4-B9F2-E42BD8B8BA24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9" name="テキスト ボックス 179">
              <a:extLst>
                <a:ext uri="{FF2B5EF4-FFF2-40B4-BE49-F238E27FC236}">
                  <a16:creationId xmlns:a16="http://schemas.microsoft.com/office/drawing/2014/main" id="{37D3B744-D3C8-4F5B-BCCB-5FCCC562ACC7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2806" y="3676537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4495" y="3222494"/>
            <a:ext cx="1647647" cy="465212"/>
          </a:xfrm>
          <a:prstGeom prst="bentConnector3">
            <a:avLst>
              <a:gd name="adj1" fmla="val 284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4495" y="4046969"/>
            <a:ext cx="1641097" cy="330910"/>
          </a:xfrm>
          <a:prstGeom prst="bentConnector3">
            <a:avLst>
              <a:gd name="adj1" fmla="val 85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251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2-axis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1E9D3F-11A6-4005-A18C-65FF7D500046}"/>
              </a:ext>
            </a:extLst>
          </p:cNvPr>
          <p:cNvGrpSpPr/>
          <p:nvPr/>
        </p:nvGrpSpPr>
        <p:grpSpPr>
          <a:xfrm>
            <a:off x="7549782" y="2582416"/>
            <a:ext cx="2268086" cy="400110"/>
            <a:chOff x="7565937" y="2424138"/>
            <a:chExt cx="2268086" cy="400110"/>
          </a:xfrm>
        </p:grpSpPr>
        <p:sp>
          <p:nvSpPr>
            <p:cNvPr id="172" name="正方形/長方形 123">
              <a:extLst>
                <a:ext uri="{FF2B5EF4-FFF2-40B4-BE49-F238E27FC236}">
                  <a16:creationId xmlns:a16="http://schemas.microsoft.com/office/drawing/2014/main" id="{2EE3A241-ADDB-4EDF-AD7B-54429F1073EE}"/>
                </a:ext>
              </a:extLst>
            </p:cNvPr>
            <p:cNvSpPr/>
            <p:nvPr/>
          </p:nvSpPr>
          <p:spPr>
            <a:xfrm>
              <a:off x="7565937" y="2530644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SDFM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245" name="テキスト ボックス 290">
              <a:extLst>
                <a:ext uri="{FF2B5EF4-FFF2-40B4-BE49-F238E27FC236}">
                  <a16:creationId xmlns:a16="http://schemas.microsoft.com/office/drawing/2014/main" id="{C3C36943-9D96-42B6-89FD-6C7413AB082C}"/>
                </a:ext>
              </a:extLst>
            </p:cNvPr>
            <p:cNvSpPr txBox="1"/>
            <p:nvPr/>
          </p:nvSpPr>
          <p:spPr>
            <a:xfrm>
              <a:off x="8790673" y="2424138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1,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247" name="テキスト ボックス 292">
              <a:extLst>
                <a:ext uri="{FF2B5EF4-FFF2-40B4-BE49-F238E27FC236}">
                  <a16:creationId xmlns:a16="http://schemas.microsoft.com/office/drawing/2014/main" id="{FE6CE722-6EDD-4F52-A73A-B9EFBDBA1BFE}"/>
                </a:ext>
              </a:extLst>
            </p:cNvPr>
            <p:cNvSpPr txBox="1"/>
            <p:nvPr/>
          </p:nvSpPr>
          <p:spPr>
            <a:xfrm>
              <a:off x="8391832" y="2434432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251" name="直線矢印コネクタ 297">
              <a:extLst>
                <a:ext uri="{FF2B5EF4-FFF2-40B4-BE49-F238E27FC236}">
                  <a16:creationId xmlns:a16="http://schemas.microsoft.com/office/drawing/2014/main" id="{DF20D068-8BB4-439B-B760-42B9DFBDC171}"/>
                </a:ext>
              </a:extLst>
            </p:cNvPr>
            <p:cNvCxnSpPr>
              <a:cxnSpLocks/>
            </p:cNvCxnSpPr>
            <p:nvPr/>
          </p:nvCxnSpPr>
          <p:spPr>
            <a:xfrm>
              <a:off x="7979490" y="2606983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3812503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47924" y="4638523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AM261x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2-axis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47514" y="4515413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689393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1368" y="4114800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3057" y="3884916"/>
            <a:ext cx="1624576" cy="241053"/>
          </a:xfrm>
          <a:prstGeom prst="bentConnector3">
            <a:avLst>
              <a:gd name="adj1" fmla="val -32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3057" y="4485232"/>
            <a:ext cx="1615078" cy="207418"/>
          </a:xfrm>
          <a:prstGeom prst="bentConnector3">
            <a:avLst>
              <a:gd name="adj1" fmla="val -326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19C9B47-95E2-4FB4-B8AB-FFCA017C6671}"/>
              </a:ext>
            </a:extLst>
          </p:cNvPr>
          <p:cNvGrpSpPr/>
          <p:nvPr/>
        </p:nvGrpSpPr>
        <p:grpSpPr>
          <a:xfrm>
            <a:off x="7112987" y="2998392"/>
            <a:ext cx="871819" cy="1925468"/>
            <a:chOff x="7112987" y="2998392"/>
            <a:chExt cx="871819" cy="1925468"/>
          </a:xfrm>
        </p:grpSpPr>
        <p:sp>
          <p:nvSpPr>
            <p:cNvPr id="151" name="正方形/長方形 183">
              <a:extLst>
                <a:ext uri="{FF2B5EF4-FFF2-40B4-BE49-F238E27FC236}">
                  <a16:creationId xmlns:a16="http://schemas.microsoft.com/office/drawing/2014/main" id="{635F0A00-61EB-4ACB-A5CA-B3D1014BF53E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52" name="テキスト ボックス 184">
              <a:extLst>
                <a:ext uri="{FF2B5EF4-FFF2-40B4-BE49-F238E27FC236}">
                  <a16:creationId xmlns:a16="http://schemas.microsoft.com/office/drawing/2014/main" id="{ADB937A0-C6D0-48D6-9932-A5CB971632A7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8174434-8105-4338-9F24-001D25B674D0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85" name="テキスト ボックス 156">
                <a:extLst>
                  <a:ext uri="{FF2B5EF4-FFF2-40B4-BE49-F238E27FC236}">
                    <a16:creationId xmlns:a16="http://schemas.microsoft.com/office/drawing/2014/main" id="{7776C0C8-D585-449E-945C-9ECA6708DBA9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6" name="正方形/長方形 159">
                <a:extLst>
                  <a:ext uri="{FF2B5EF4-FFF2-40B4-BE49-F238E27FC236}">
                    <a16:creationId xmlns:a16="http://schemas.microsoft.com/office/drawing/2014/main" id="{186F76D7-38A7-4283-855A-8E283B34E5FE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7" name="正方形/長方形 160">
                <a:extLst>
                  <a:ext uri="{FF2B5EF4-FFF2-40B4-BE49-F238E27FC236}">
                    <a16:creationId xmlns:a16="http://schemas.microsoft.com/office/drawing/2014/main" id="{0BAEB062-7BFA-44D6-AA40-3C28E0A81CA2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8" name="テキスト ボックス 161">
                <a:extLst>
                  <a:ext uri="{FF2B5EF4-FFF2-40B4-BE49-F238E27FC236}">
                    <a16:creationId xmlns:a16="http://schemas.microsoft.com/office/drawing/2014/main" id="{296168D0-B8A5-43A9-AEE6-3AC7EF65004B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6D940AA1-65BE-4949-B079-9D7A91E7B894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81" name="テキスト ボックス 156">
                <a:extLst>
                  <a:ext uri="{FF2B5EF4-FFF2-40B4-BE49-F238E27FC236}">
                    <a16:creationId xmlns:a16="http://schemas.microsoft.com/office/drawing/2014/main" id="{543EC660-66F8-400A-8612-2339F560C418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2" name="正方形/長方形 159">
                <a:extLst>
                  <a:ext uri="{FF2B5EF4-FFF2-40B4-BE49-F238E27FC236}">
                    <a16:creationId xmlns:a16="http://schemas.microsoft.com/office/drawing/2014/main" id="{833F4A6B-6AC1-4795-B899-06BF652E5EFA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3" name="正方形/長方形 160">
                <a:extLst>
                  <a:ext uri="{FF2B5EF4-FFF2-40B4-BE49-F238E27FC236}">
                    <a16:creationId xmlns:a16="http://schemas.microsoft.com/office/drawing/2014/main" id="{CFB3971B-28E9-46E2-8F4F-29C6F39B5D07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93" name="テキスト ボックス 161">
                <a:extLst>
                  <a:ext uri="{FF2B5EF4-FFF2-40B4-BE49-F238E27FC236}">
                    <a16:creationId xmlns:a16="http://schemas.microsoft.com/office/drawing/2014/main" id="{74BB224E-3A70-4F59-B367-F61744393E74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E6BD74D-E282-439D-9207-C74761972D1A}"/>
              </a:ext>
            </a:extLst>
          </p:cNvPr>
          <p:cNvGrpSpPr/>
          <p:nvPr/>
        </p:nvGrpSpPr>
        <p:grpSpPr>
          <a:xfrm>
            <a:off x="3805125" y="2998392"/>
            <a:ext cx="871819" cy="1925468"/>
            <a:chOff x="7112987" y="2998392"/>
            <a:chExt cx="871819" cy="1925468"/>
          </a:xfrm>
        </p:grpSpPr>
        <p:sp>
          <p:nvSpPr>
            <p:cNvPr id="95" name="正方形/長方形 183">
              <a:extLst>
                <a:ext uri="{FF2B5EF4-FFF2-40B4-BE49-F238E27FC236}">
                  <a16:creationId xmlns:a16="http://schemas.microsoft.com/office/drawing/2014/main" id="{3D6D5107-BCE7-4EAA-89C4-874ED1B0AB12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6" name="テキスト ボックス 184">
              <a:extLst>
                <a:ext uri="{FF2B5EF4-FFF2-40B4-BE49-F238E27FC236}">
                  <a16:creationId xmlns:a16="http://schemas.microsoft.com/office/drawing/2014/main" id="{F7FCF38D-01B1-4DA1-AE13-FD562FA7D040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PRU-ICSSM0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128A419E-15DF-4A3A-BB88-001BAC8AD45D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124" name="テキスト ボックス 156">
                <a:extLst>
                  <a:ext uri="{FF2B5EF4-FFF2-40B4-BE49-F238E27FC236}">
                    <a16:creationId xmlns:a16="http://schemas.microsoft.com/office/drawing/2014/main" id="{84337DE4-5E6E-4702-A813-D4D502C38741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5" name="正方形/長方形 159">
                <a:extLst>
                  <a:ext uri="{FF2B5EF4-FFF2-40B4-BE49-F238E27FC236}">
                    <a16:creationId xmlns:a16="http://schemas.microsoft.com/office/drawing/2014/main" id="{3909530A-C97C-4D46-A64F-009AAA331DD9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6" name="正方形/長方形 160">
                <a:extLst>
                  <a:ext uri="{FF2B5EF4-FFF2-40B4-BE49-F238E27FC236}">
                    <a16:creationId xmlns:a16="http://schemas.microsoft.com/office/drawing/2014/main" id="{7F987C65-5AB8-4A29-9F6B-C2450D9173BD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7" name="テキスト ボックス 161">
                <a:extLst>
                  <a:ext uri="{FF2B5EF4-FFF2-40B4-BE49-F238E27FC236}">
                    <a16:creationId xmlns:a16="http://schemas.microsoft.com/office/drawing/2014/main" id="{0C898B5C-8C68-4A25-B22E-962CF3673999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94F2DA8-E570-45A8-8542-AD8BE0E9C2C5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120" name="テキスト ボックス 156">
                <a:extLst>
                  <a:ext uri="{FF2B5EF4-FFF2-40B4-BE49-F238E27FC236}">
                    <a16:creationId xmlns:a16="http://schemas.microsoft.com/office/drawing/2014/main" id="{493AC78C-44B9-4EF6-AC3A-78912C9F962F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1" name="正方形/長方形 159">
                <a:extLst>
                  <a:ext uri="{FF2B5EF4-FFF2-40B4-BE49-F238E27FC236}">
                    <a16:creationId xmlns:a16="http://schemas.microsoft.com/office/drawing/2014/main" id="{2C44B84F-70A1-4791-9C85-6422EF34DBF1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2" name="正方形/長方形 160">
                <a:extLst>
                  <a:ext uri="{FF2B5EF4-FFF2-40B4-BE49-F238E27FC236}">
                    <a16:creationId xmlns:a16="http://schemas.microsoft.com/office/drawing/2014/main" id="{22A1E00A-6FC8-411E-9883-6C13D82BCC9B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3" name="テキスト ボックス 161">
                <a:extLst>
                  <a:ext uri="{FF2B5EF4-FFF2-40B4-BE49-F238E27FC236}">
                    <a16:creationId xmlns:a16="http://schemas.microsoft.com/office/drawing/2014/main" id="{88AA70D1-9021-4149-94DA-BF34EAA72B8D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sp>
        <p:nvSpPr>
          <p:cNvPr id="129" name="正方形/長方形 123">
            <a:extLst>
              <a:ext uri="{FF2B5EF4-FFF2-40B4-BE49-F238E27FC236}">
                <a16:creationId xmlns:a16="http://schemas.microsoft.com/office/drawing/2014/main" id="{822F2316-3A13-4AF4-8E0B-D0B89378CB22}"/>
              </a:ext>
            </a:extLst>
          </p:cNvPr>
          <p:cNvSpPr/>
          <p:nvPr/>
        </p:nvSpPr>
        <p:spPr>
          <a:xfrm>
            <a:off x="7549782" y="2271145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EPWM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130" name="テキスト ボックス 290">
            <a:extLst>
              <a:ext uri="{FF2B5EF4-FFF2-40B4-BE49-F238E27FC236}">
                <a16:creationId xmlns:a16="http://schemas.microsoft.com/office/drawing/2014/main" id="{D7B659FE-50D1-42D4-84DE-4CF5BDBFE66F}"/>
              </a:ext>
            </a:extLst>
          </p:cNvPr>
          <p:cNvSpPr txBox="1"/>
          <p:nvPr/>
        </p:nvSpPr>
        <p:spPr>
          <a:xfrm>
            <a:off x="8774518" y="2164639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31" name="テキスト ボックス 292">
            <a:extLst>
              <a:ext uri="{FF2B5EF4-FFF2-40B4-BE49-F238E27FC236}">
                <a16:creationId xmlns:a16="http://schemas.microsoft.com/office/drawing/2014/main" id="{9EEF112F-26EF-4EF2-AB94-1606A34C2439}"/>
              </a:ext>
            </a:extLst>
          </p:cNvPr>
          <p:cNvSpPr txBox="1"/>
          <p:nvPr/>
        </p:nvSpPr>
        <p:spPr>
          <a:xfrm>
            <a:off x="8375677" y="2174933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12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132" name="直線矢印コネクタ 297">
            <a:extLst>
              <a:ext uri="{FF2B5EF4-FFF2-40B4-BE49-F238E27FC236}">
                <a16:creationId xmlns:a16="http://schemas.microsoft.com/office/drawing/2014/main" id="{65D3EF59-42C2-43EE-B2BF-E0B6047F6DE3}"/>
              </a:ext>
            </a:extLst>
          </p:cNvPr>
          <p:cNvCxnSpPr>
            <a:cxnSpLocks/>
          </p:cNvCxnSpPr>
          <p:nvPr/>
        </p:nvCxnSpPr>
        <p:spPr>
          <a:xfrm>
            <a:off x="7963335" y="2347484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6744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2BFD-976C-4DAC-A93A-BB22249F3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9A0AAB-B29D-4EEC-921F-FF63E562C238}"/>
              </a:ext>
            </a:extLst>
          </p:cNvPr>
          <p:cNvGrpSpPr/>
          <p:nvPr/>
        </p:nvGrpSpPr>
        <p:grpSpPr>
          <a:xfrm>
            <a:off x="470943" y="708153"/>
            <a:ext cx="10776099" cy="6641679"/>
            <a:chOff x="524105" y="793214"/>
            <a:chExt cx="10776099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23A7EA42-E7B2-40DF-B5C8-D984AB61F48A}"/>
                </a:ext>
              </a:extLst>
            </p:cNvPr>
            <p:cNvSpPr/>
            <p:nvPr/>
          </p:nvSpPr>
          <p:spPr>
            <a:xfrm>
              <a:off x="524105" y="5123173"/>
              <a:ext cx="7209210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585B4F7-50E6-438D-8683-F7CF0085778A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5FD10D64-E151-445A-940E-3FC7BAE0EA88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FCFED5A-E2D7-4B10-88DB-A449227B5FDB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21923247-346F-49B1-BB74-87244A15F100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" name="CustomShape 16">
              <a:extLst>
                <a:ext uri="{FF2B5EF4-FFF2-40B4-BE49-F238E27FC236}">
                  <a16:creationId xmlns:a16="http://schemas.microsoft.com/office/drawing/2014/main" id="{BD91260F-BC24-4407-8665-2ADB27D87E37}"/>
                </a:ext>
              </a:extLst>
            </p:cNvPr>
            <p:cNvSpPr/>
            <p:nvPr/>
          </p:nvSpPr>
          <p:spPr>
            <a:xfrm>
              <a:off x="524107" y="795733"/>
              <a:ext cx="7189070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0" name="CustomShape 17">
              <a:extLst>
                <a:ext uri="{FF2B5EF4-FFF2-40B4-BE49-F238E27FC236}">
                  <a16:creationId xmlns:a16="http://schemas.microsoft.com/office/drawing/2014/main" id="{EFCDA8C2-1A0A-4F25-B8D9-327F0E8CDAFA}"/>
                </a:ext>
              </a:extLst>
            </p:cNvPr>
            <p:cNvSpPr/>
            <p:nvPr/>
          </p:nvSpPr>
          <p:spPr>
            <a:xfrm>
              <a:off x="9383564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8">
              <a:extLst>
                <a:ext uri="{FF2B5EF4-FFF2-40B4-BE49-F238E27FC236}">
                  <a16:creationId xmlns:a16="http://schemas.microsoft.com/office/drawing/2014/main" id="{7C60C045-B02D-4603-92DE-CC4155B6818E}"/>
                </a:ext>
              </a:extLst>
            </p:cNvPr>
            <p:cNvSpPr/>
            <p:nvPr/>
          </p:nvSpPr>
          <p:spPr>
            <a:xfrm>
              <a:off x="9540704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19">
              <a:extLst>
                <a:ext uri="{FF2B5EF4-FFF2-40B4-BE49-F238E27FC236}">
                  <a16:creationId xmlns:a16="http://schemas.microsoft.com/office/drawing/2014/main" id="{008FD715-842B-4CCA-A85B-6C2C6A347757}"/>
                </a:ext>
              </a:extLst>
            </p:cNvPr>
            <p:cNvSpPr/>
            <p:nvPr/>
          </p:nvSpPr>
          <p:spPr>
            <a:xfrm>
              <a:off x="9530264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20">
              <a:extLst>
                <a:ext uri="{FF2B5EF4-FFF2-40B4-BE49-F238E27FC236}">
                  <a16:creationId xmlns:a16="http://schemas.microsoft.com/office/drawing/2014/main" id="{FBDACEDA-D2C8-40F9-886E-6856F4D5190A}"/>
                </a:ext>
              </a:extLst>
            </p:cNvPr>
            <p:cNvSpPr/>
            <p:nvPr/>
          </p:nvSpPr>
          <p:spPr>
            <a:xfrm>
              <a:off x="9530264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1">
              <a:extLst>
                <a:ext uri="{FF2B5EF4-FFF2-40B4-BE49-F238E27FC236}">
                  <a16:creationId xmlns:a16="http://schemas.microsoft.com/office/drawing/2014/main" id="{57056398-4D9F-40F4-9088-75E9ADD71D60}"/>
                </a:ext>
              </a:extLst>
            </p:cNvPr>
            <p:cNvSpPr/>
            <p:nvPr/>
          </p:nvSpPr>
          <p:spPr>
            <a:xfrm>
              <a:off x="9519497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2">
              <a:extLst>
                <a:ext uri="{FF2B5EF4-FFF2-40B4-BE49-F238E27FC236}">
                  <a16:creationId xmlns:a16="http://schemas.microsoft.com/office/drawing/2014/main" id="{1E7D3DCD-2A0B-4F3E-9EC2-D8E1B6083BAA}"/>
                </a:ext>
              </a:extLst>
            </p:cNvPr>
            <p:cNvSpPr/>
            <p:nvPr/>
          </p:nvSpPr>
          <p:spPr>
            <a:xfrm>
              <a:off x="524105" y="6294032"/>
              <a:ext cx="7209210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23">
              <a:extLst>
                <a:ext uri="{FF2B5EF4-FFF2-40B4-BE49-F238E27FC236}">
                  <a16:creationId xmlns:a16="http://schemas.microsoft.com/office/drawing/2014/main" id="{5E410CC5-5A22-43ED-8C4E-3BFF14E8B4C8}"/>
                </a:ext>
              </a:extLst>
            </p:cNvPr>
            <p:cNvSpPr/>
            <p:nvPr/>
          </p:nvSpPr>
          <p:spPr>
            <a:xfrm>
              <a:off x="9383564" y="6306633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5">
              <a:extLst>
                <a:ext uri="{FF2B5EF4-FFF2-40B4-BE49-F238E27FC236}">
                  <a16:creationId xmlns:a16="http://schemas.microsoft.com/office/drawing/2014/main" id="{7B1BC5D3-ACA9-4141-8DFB-16897A0B8212}"/>
                </a:ext>
              </a:extLst>
            </p:cNvPr>
            <p:cNvSpPr/>
            <p:nvPr/>
          </p:nvSpPr>
          <p:spPr>
            <a:xfrm>
              <a:off x="9519497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8" name="CustomShape 7">
              <a:extLst>
                <a:ext uri="{FF2B5EF4-FFF2-40B4-BE49-F238E27FC236}">
                  <a16:creationId xmlns:a16="http://schemas.microsoft.com/office/drawing/2014/main" id="{7CFCF295-ADB8-49D3-AAF8-8E10EEEB9A3B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F10D481A-59D7-4667-B82B-0030CB849738}"/>
                </a:ext>
              </a:extLst>
            </p:cNvPr>
            <p:cNvSpPr/>
            <p:nvPr/>
          </p:nvSpPr>
          <p:spPr>
            <a:xfrm>
              <a:off x="7833404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23">
              <a:extLst>
                <a:ext uri="{FF2B5EF4-FFF2-40B4-BE49-F238E27FC236}">
                  <a16:creationId xmlns:a16="http://schemas.microsoft.com/office/drawing/2014/main" id="{5ABE9B64-0953-4BCC-B804-64BB6F1DEADF}"/>
                </a:ext>
              </a:extLst>
            </p:cNvPr>
            <p:cNvSpPr/>
            <p:nvPr/>
          </p:nvSpPr>
          <p:spPr>
            <a:xfrm>
              <a:off x="7833404" y="6306633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1" name="CustomShape 15">
              <a:extLst>
                <a:ext uri="{FF2B5EF4-FFF2-40B4-BE49-F238E27FC236}">
                  <a16:creationId xmlns:a16="http://schemas.microsoft.com/office/drawing/2014/main" id="{64039F22-3E22-4681-9568-1B38FAE64F46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22" name="CustomShape 14">
              <a:extLst>
                <a:ext uri="{FF2B5EF4-FFF2-40B4-BE49-F238E27FC236}">
                  <a16:creationId xmlns:a16="http://schemas.microsoft.com/office/drawing/2014/main" id="{A6AFC850-9BD5-461B-B216-F8686798C06A}"/>
                </a:ext>
              </a:extLst>
            </p:cNvPr>
            <p:cNvSpPr/>
            <p:nvPr/>
          </p:nvSpPr>
          <p:spPr>
            <a:xfrm>
              <a:off x="524107" y="3529383"/>
              <a:ext cx="720921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3" name="CustomShape 15">
              <a:extLst>
                <a:ext uri="{FF2B5EF4-FFF2-40B4-BE49-F238E27FC236}">
                  <a16:creationId xmlns:a16="http://schemas.microsoft.com/office/drawing/2014/main" id="{4D5F1BA2-B7FE-42D1-993C-17E9ACC8D525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4" name="CustomShape 14">
              <a:extLst>
                <a:ext uri="{FF2B5EF4-FFF2-40B4-BE49-F238E27FC236}">
                  <a16:creationId xmlns:a16="http://schemas.microsoft.com/office/drawing/2014/main" id="{5E1725B1-714B-41B4-A50C-184591D2514C}"/>
                </a:ext>
              </a:extLst>
            </p:cNvPr>
            <p:cNvSpPr/>
            <p:nvPr/>
          </p:nvSpPr>
          <p:spPr>
            <a:xfrm>
              <a:off x="524107" y="2446421"/>
              <a:ext cx="7198718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04F075B7-B4BF-4EC8-BD0C-C77356B0485A}"/>
                </a:ext>
              </a:extLst>
            </p:cNvPr>
            <p:cNvSpPr/>
            <p:nvPr/>
          </p:nvSpPr>
          <p:spPr>
            <a:xfrm>
              <a:off x="3739478" y="264822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07ADC717-1722-47FE-8718-825A90E7B9BB}"/>
                </a:ext>
              </a:extLst>
            </p:cNvPr>
            <p:cNvSpPr/>
            <p:nvPr/>
          </p:nvSpPr>
          <p:spPr>
            <a:xfrm>
              <a:off x="5666201" y="2653703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7" name="CustomShape 24">
              <a:extLst>
                <a:ext uri="{FF2B5EF4-FFF2-40B4-BE49-F238E27FC236}">
                  <a16:creationId xmlns:a16="http://schemas.microsoft.com/office/drawing/2014/main" id="{61E9EDAD-9FF7-4E6A-AF73-EF1CEE846A6D}"/>
                </a:ext>
              </a:extLst>
            </p:cNvPr>
            <p:cNvSpPr/>
            <p:nvPr/>
          </p:nvSpPr>
          <p:spPr>
            <a:xfrm>
              <a:off x="2905773" y="1611656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15">
              <a:extLst>
                <a:ext uri="{FF2B5EF4-FFF2-40B4-BE49-F238E27FC236}">
                  <a16:creationId xmlns:a16="http://schemas.microsoft.com/office/drawing/2014/main" id="{201BF13A-DDAC-46D1-A37A-C02A5BB8F3F9}"/>
                </a:ext>
              </a:extLst>
            </p:cNvPr>
            <p:cNvSpPr/>
            <p:nvPr/>
          </p:nvSpPr>
          <p:spPr>
            <a:xfrm>
              <a:off x="5342307" y="16003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15">
              <a:extLst>
                <a:ext uri="{FF2B5EF4-FFF2-40B4-BE49-F238E27FC236}">
                  <a16:creationId xmlns:a16="http://schemas.microsoft.com/office/drawing/2014/main" id="{7232304F-E8A2-4005-B20D-203610A76E73}"/>
                </a:ext>
              </a:extLst>
            </p:cNvPr>
            <p:cNvSpPr/>
            <p:nvPr/>
          </p:nvSpPr>
          <p:spPr>
            <a:xfrm>
              <a:off x="6574585" y="159952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625391E4-0C48-4E8F-8A79-3D78F29F6179}"/>
                </a:ext>
              </a:extLst>
            </p:cNvPr>
            <p:cNvSpPr/>
            <p:nvPr/>
          </p:nvSpPr>
          <p:spPr>
            <a:xfrm>
              <a:off x="2905773" y="988541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F67E50-9CAC-4D79-AB5C-98E6FE1C0A8E}"/>
                </a:ext>
              </a:extLst>
            </p:cNvPr>
            <p:cNvSpPr/>
            <p:nvPr/>
          </p:nvSpPr>
          <p:spPr>
            <a:xfrm>
              <a:off x="4128710" y="98873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AB53C39A-AA92-4156-B2D3-2CD6BAA15E92}"/>
                </a:ext>
              </a:extLst>
            </p:cNvPr>
            <p:cNvSpPr/>
            <p:nvPr/>
          </p:nvSpPr>
          <p:spPr>
            <a:xfrm>
              <a:off x="5331899" y="988543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B27D421A-CEB4-4391-9B9D-DA89232681E7}"/>
                </a:ext>
              </a:extLst>
            </p:cNvPr>
            <p:cNvSpPr/>
            <p:nvPr/>
          </p:nvSpPr>
          <p:spPr>
            <a:xfrm>
              <a:off x="6574585" y="981374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48B0D40F-776C-4E19-82ED-A57B33E4EDE0}"/>
                </a:ext>
              </a:extLst>
            </p:cNvPr>
            <p:cNvSpPr/>
            <p:nvPr/>
          </p:nvSpPr>
          <p:spPr>
            <a:xfrm>
              <a:off x="7969666" y="4442023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ED4E5646-0E25-4622-A9FD-69721AD8BF27}"/>
                </a:ext>
              </a:extLst>
            </p:cNvPr>
            <p:cNvSpPr/>
            <p:nvPr/>
          </p:nvSpPr>
          <p:spPr>
            <a:xfrm>
              <a:off x="7977392" y="224129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36" name="CustomShape 8">
              <a:extLst>
                <a:ext uri="{FF2B5EF4-FFF2-40B4-BE49-F238E27FC236}">
                  <a16:creationId xmlns:a16="http://schemas.microsoft.com/office/drawing/2014/main" id="{241AF8B3-A1C2-4A01-B0D8-98F912009C81}"/>
                </a:ext>
              </a:extLst>
            </p:cNvPr>
            <p:cNvSpPr/>
            <p:nvPr/>
          </p:nvSpPr>
          <p:spPr>
            <a:xfrm>
              <a:off x="7977392" y="3731944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8C83B732-395A-48C2-85EF-85BB7D2F46B5}"/>
                </a:ext>
              </a:extLst>
            </p:cNvPr>
            <p:cNvSpPr/>
            <p:nvPr/>
          </p:nvSpPr>
          <p:spPr>
            <a:xfrm>
              <a:off x="7969666" y="2956689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8E8105A8-4A50-4515-9579-F7A2B99FD1DA}"/>
                </a:ext>
              </a:extLst>
            </p:cNvPr>
            <p:cNvSpPr/>
            <p:nvPr/>
          </p:nvSpPr>
          <p:spPr>
            <a:xfrm>
              <a:off x="7975216" y="150861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9" name="CustomShape 24">
              <a:extLst>
                <a:ext uri="{FF2B5EF4-FFF2-40B4-BE49-F238E27FC236}">
                  <a16:creationId xmlns:a16="http://schemas.microsoft.com/office/drawing/2014/main" id="{D43FE2E4-D9A4-479D-B80B-59CED220128D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" name="CustomShape 15">
              <a:extLst>
                <a:ext uri="{FF2B5EF4-FFF2-40B4-BE49-F238E27FC236}">
                  <a16:creationId xmlns:a16="http://schemas.microsoft.com/office/drawing/2014/main" id="{699FE036-553A-40A8-8871-5A9C158762F5}"/>
                </a:ext>
              </a:extLst>
            </p:cNvPr>
            <p:cNvSpPr/>
            <p:nvPr/>
          </p:nvSpPr>
          <p:spPr>
            <a:xfrm>
              <a:off x="5336822" y="431844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15">
              <a:extLst>
                <a:ext uri="{FF2B5EF4-FFF2-40B4-BE49-F238E27FC236}">
                  <a16:creationId xmlns:a16="http://schemas.microsoft.com/office/drawing/2014/main" id="{E50CD076-867C-4FE8-B9E5-3163BD4BEEB9}"/>
                </a:ext>
              </a:extLst>
            </p:cNvPr>
            <p:cNvSpPr/>
            <p:nvPr/>
          </p:nvSpPr>
          <p:spPr>
            <a:xfrm>
              <a:off x="6569100" y="431763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D6A50A95-6622-40AD-B808-7C0400EF3619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6DA5F6A-0B84-4376-A01F-5FFB1C04F8CA}"/>
                </a:ext>
              </a:extLst>
            </p:cNvPr>
            <p:cNvGrpSpPr/>
            <p:nvPr/>
          </p:nvGrpSpPr>
          <p:grpSpPr>
            <a:xfrm>
              <a:off x="1846518" y="3699484"/>
              <a:ext cx="5751316" cy="478788"/>
              <a:chOff x="1961861" y="936270"/>
              <a:chExt cx="5751316" cy="478788"/>
            </a:xfrm>
          </p:grpSpPr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93CA340E-4917-4769-8CCA-F34DB3281ABC}"/>
                  </a:ext>
                </a:extLst>
              </p:cNvPr>
              <p:cNvSpPr/>
              <p:nvPr/>
            </p:nvSpPr>
            <p:spPr>
              <a:xfrm>
                <a:off x="1961861" y="936270"/>
                <a:ext cx="1031758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47" name="CustomShape 8">
                <a:extLst>
                  <a:ext uri="{FF2B5EF4-FFF2-40B4-BE49-F238E27FC236}">
                    <a16:creationId xmlns:a16="http://schemas.microsoft.com/office/drawing/2014/main" id="{0348F1A8-32F6-474D-B11F-DD8E9B464D1A}"/>
                  </a:ext>
                </a:extLst>
              </p:cNvPr>
              <p:cNvSpPr/>
              <p:nvPr/>
            </p:nvSpPr>
            <p:spPr>
              <a:xfrm>
                <a:off x="3125816" y="939643"/>
                <a:ext cx="1031759" cy="455099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87C64902-9AC7-4003-B65C-607B12DAB2C8}"/>
                  </a:ext>
                </a:extLst>
              </p:cNvPr>
              <p:cNvSpPr/>
              <p:nvPr/>
            </p:nvSpPr>
            <p:spPr>
              <a:xfrm>
                <a:off x="5441757" y="943439"/>
                <a:ext cx="1031759" cy="44963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D4D3E18-AF3C-49C3-BA91-14CF43E82D68}"/>
                  </a:ext>
                </a:extLst>
              </p:cNvPr>
              <p:cNvSpPr/>
              <p:nvPr/>
            </p:nvSpPr>
            <p:spPr>
              <a:xfrm>
                <a:off x="6684443" y="936270"/>
                <a:ext cx="1028734" cy="47878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EnDat</a:t>
                </a:r>
                <a:endParaRPr lang="en-IN" sz="1280" spc="-2" dirty="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1FA6E91A-B727-496D-A407-CC15A9ED3997}"/>
                </a:ext>
              </a:extLst>
            </p:cNvPr>
            <p:cNvSpPr/>
            <p:nvPr/>
          </p:nvSpPr>
          <p:spPr>
            <a:xfrm>
              <a:off x="4152745" y="1616655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15">
              <a:extLst>
                <a:ext uri="{FF2B5EF4-FFF2-40B4-BE49-F238E27FC236}">
                  <a16:creationId xmlns:a16="http://schemas.microsoft.com/office/drawing/2014/main" id="{E9DCDCD3-8E7B-454D-BD2D-2170B679235D}"/>
                </a:ext>
              </a:extLst>
            </p:cNvPr>
            <p:cNvSpPr/>
            <p:nvPr/>
          </p:nvSpPr>
          <p:spPr>
            <a:xfrm>
              <a:off x="4169027" y="39720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4330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69C37-389F-491F-B43F-545546296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48466A-55EF-4F16-A52D-380B4B651F7E}"/>
              </a:ext>
            </a:extLst>
          </p:cNvPr>
          <p:cNvGrpSpPr/>
          <p:nvPr/>
        </p:nvGrpSpPr>
        <p:grpSpPr>
          <a:xfrm>
            <a:off x="370840" y="619769"/>
            <a:ext cx="13151038" cy="6653682"/>
            <a:chOff x="187287" y="914400"/>
            <a:chExt cx="13151038" cy="6653682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F50402F0-895A-480D-8F40-313897479525}"/>
                </a:ext>
              </a:extLst>
            </p:cNvPr>
            <p:cNvSpPr/>
            <p:nvPr/>
          </p:nvSpPr>
          <p:spPr>
            <a:xfrm>
              <a:off x="187288" y="5244360"/>
              <a:ext cx="9584148" cy="100516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95450B17-97F2-47C0-8362-4A1712856C1F}"/>
                </a:ext>
              </a:extLst>
            </p:cNvPr>
            <p:cNvSpPr/>
            <p:nvPr/>
          </p:nvSpPr>
          <p:spPr>
            <a:xfrm>
              <a:off x="4023266" y="5320681"/>
              <a:ext cx="5543946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1B16016C-ED8B-4289-B110-9EEEAEE764B0}"/>
                </a:ext>
              </a:extLst>
            </p:cNvPr>
            <p:cNvSpPr/>
            <p:nvPr/>
          </p:nvSpPr>
          <p:spPr>
            <a:xfrm>
              <a:off x="6795239" y="5789442"/>
              <a:ext cx="277197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B8AF2A7-BA26-4682-88D4-A0F99C530E4A}"/>
                </a:ext>
              </a:extLst>
            </p:cNvPr>
            <p:cNvSpPr/>
            <p:nvPr/>
          </p:nvSpPr>
          <p:spPr>
            <a:xfrm>
              <a:off x="4022225" y="5789442"/>
              <a:ext cx="260503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95D8EA5B-DA6E-423A-965E-F393D814FDD2}"/>
                </a:ext>
              </a:extLst>
            </p:cNvPr>
            <p:cNvSpPr/>
            <p:nvPr/>
          </p:nvSpPr>
          <p:spPr>
            <a:xfrm>
              <a:off x="1758020" y="5347415"/>
              <a:ext cx="1848136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9" name="CustomShape 8">
              <a:extLst>
                <a:ext uri="{FF2B5EF4-FFF2-40B4-BE49-F238E27FC236}">
                  <a16:creationId xmlns:a16="http://schemas.microsoft.com/office/drawing/2014/main" id="{9F08A0C4-B217-4B1C-BA13-061F8401793B}"/>
                </a:ext>
              </a:extLst>
            </p:cNvPr>
            <p:cNvSpPr/>
            <p:nvPr/>
          </p:nvSpPr>
          <p:spPr>
            <a:xfrm>
              <a:off x="1782201" y="1106203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16">
              <a:extLst>
                <a:ext uri="{FF2B5EF4-FFF2-40B4-BE49-F238E27FC236}">
                  <a16:creationId xmlns:a16="http://schemas.microsoft.com/office/drawing/2014/main" id="{ED7AC6CA-8BBF-4895-A2C5-51E0B5DB02E3}"/>
                </a:ext>
              </a:extLst>
            </p:cNvPr>
            <p:cNvSpPr/>
            <p:nvPr/>
          </p:nvSpPr>
          <p:spPr>
            <a:xfrm>
              <a:off x="212852" y="916919"/>
              <a:ext cx="9538445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7">
              <a:extLst>
                <a:ext uri="{FF2B5EF4-FFF2-40B4-BE49-F238E27FC236}">
                  <a16:creationId xmlns:a16="http://schemas.microsoft.com/office/drawing/2014/main" id="{E5F26459-66B1-4D32-B52C-7067BB1AC7CB}"/>
                </a:ext>
              </a:extLst>
            </p:cNvPr>
            <p:cNvSpPr/>
            <p:nvPr/>
          </p:nvSpPr>
          <p:spPr>
            <a:xfrm>
              <a:off x="11421685" y="914400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2" name="CustomShape 18">
              <a:extLst>
                <a:ext uri="{FF2B5EF4-FFF2-40B4-BE49-F238E27FC236}">
                  <a16:creationId xmlns:a16="http://schemas.microsoft.com/office/drawing/2014/main" id="{374C8C1D-815E-4049-ABB5-40F24AC6183C}"/>
                </a:ext>
              </a:extLst>
            </p:cNvPr>
            <p:cNvSpPr/>
            <p:nvPr/>
          </p:nvSpPr>
          <p:spPr>
            <a:xfrm>
              <a:off x="11578825" y="3829020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19">
              <a:extLst>
                <a:ext uri="{FF2B5EF4-FFF2-40B4-BE49-F238E27FC236}">
                  <a16:creationId xmlns:a16="http://schemas.microsoft.com/office/drawing/2014/main" id="{93810760-9C0E-4553-ACA6-BE5B919D3058}"/>
                </a:ext>
              </a:extLst>
            </p:cNvPr>
            <p:cNvSpPr/>
            <p:nvPr/>
          </p:nvSpPr>
          <p:spPr>
            <a:xfrm>
              <a:off x="11568385" y="5517597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0">
              <a:extLst>
                <a:ext uri="{FF2B5EF4-FFF2-40B4-BE49-F238E27FC236}">
                  <a16:creationId xmlns:a16="http://schemas.microsoft.com/office/drawing/2014/main" id="{3B69D559-ACB4-4123-95A3-CEE462917102}"/>
                </a:ext>
              </a:extLst>
            </p:cNvPr>
            <p:cNvSpPr/>
            <p:nvPr/>
          </p:nvSpPr>
          <p:spPr>
            <a:xfrm>
              <a:off x="11568385" y="4635040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1">
              <a:extLst>
                <a:ext uri="{FF2B5EF4-FFF2-40B4-BE49-F238E27FC236}">
                  <a16:creationId xmlns:a16="http://schemas.microsoft.com/office/drawing/2014/main" id="{CEE5BCF1-A1F7-4302-9BD7-663AC10E49A4}"/>
                </a:ext>
              </a:extLst>
            </p:cNvPr>
            <p:cNvSpPr/>
            <p:nvPr/>
          </p:nvSpPr>
          <p:spPr>
            <a:xfrm>
              <a:off x="11557618" y="2593004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" name="CustomShape 22">
              <a:extLst>
                <a:ext uri="{FF2B5EF4-FFF2-40B4-BE49-F238E27FC236}">
                  <a16:creationId xmlns:a16="http://schemas.microsoft.com/office/drawing/2014/main" id="{0B1BB1A1-5E9F-413E-8F80-8ACC3D891016}"/>
                </a:ext>
              </a:extLst>
            </p:cNvPr>
            <p:cNvSpPr/>
            <p:nvPr/>
          </p:nvSpPr>
          <p:spPr>
            <a:xfrm>
              <a:off x="187287" y="6415218"/>
              <a:ext cx="9584149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A53, 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5E1CC70B-5E00-4992-9101-143CCB987E5D}"/>
                </a:ext>
              </a:extLst>
            </p:cNvPr>
            <p:cNvSpPr/>
            <p:nvPr/>
          </p:nvSpPr>
          <p:spPr>
            <a:xfrm>
              <a:off x="11421685" y="6427819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24">
              <a:extLst>
                <a:ext uri="{FF2B5EF4-FFF2-40B4-BE49-F238E27FC236}">
                  <a16:creationId xmlns:a16="http://schemas.microsoft.com/office/drawing/2014/main" id="{7FD43E2E-B1EE-4DD3-97E1-A87DD6EF4265}"/>
                </a:ext>
              </a:extLst>
            </p:cNvPr>
            <p:cNvSpPr/>
            <p:nvPr/>
          </p:nvSpPr>
          <p:spPr>
            <a:xfrm>
              <a:off x="1783584" y="1711223"/>
              <a:ext cx="1031760" cy="49109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9" name="CustomShape 25">
              <a:extLst>
                <a:ext uri="{FF2B5EF4-FFF2-40B4-BE49-F238E27FC236}">
                  <a16:creationId xmlns:a16="http://schemas.microsoft.com/office/drawing/2014/main" id="{8D419334-B1CA-4D19-81DD-ECC505768434}"/>
                </a:ext>
              </a:extLst>
            </p:cNvPr>
            <p:cNvSpPr/>
            <p:nvPr/>
          </p:nvSpPr>
          <p:spPr>
            <a:xfrm>
              <a:off x="11557618" y="134808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" name="CustomShape 17">
              <a:extLst>
                <a:ext uri="{FF2B5EF4-FFF2-40B4-BE49-F238E27FC236}">
                  <a16:creationId xmlns:a16="http://schemas.microsoft.com/office/drawing/2014/main" id="{01B30BCF-9A84-43FF-99AA-562E540BCA9D}"/>
                </a:ext>
              </a:extLst>
            </p:cNvPr>
            <p:cNvSpPr/>
            <p:nvPr/>
          </p:nvSpPr>
          <p:spPr>
            <a:xfrm>
              <a:off x="9871525" y="914400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1" name="CustomShape 23">
              <a:extLst>
                <a:ext uri="{FF2B5EF4-FFF2-40B4-BE49-F238E27FC236}">
                  <a16:creationId xmlns:a16="http://schemas.microsoft.com/office/drawing/2014/main" id="{4FB510FC-F02C-43ED-A178-432330A61F42}"/>
                </a:ext>
              </a:extLst>
            </p:cNvPr>
            <p:cNvSpPr/>
            <p:nvPr/>
          </p:nvSpPr>
          <p:spPr>
            <a:xfrm>
              <a:off x="9871525" y="6427819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2" name="CustomShape 8">
              <a:extLst>
                <a:ext uri="{FF2B5EF4-FFF2-40B4-BE49-F238E27FC236}">
                  <a16:creationId xmlns:a16="http://schemas.microsoft.com/office/drawing/2014/main" id="{D213BC5F-60BF-4363-8826-D6E0D1723340}"/>
                </a:ext>
              </a:extLst>
            </p:cNvPr>
            <p:cNvSpPr/>
            <p:nvPr/>
          </p:nvSpPr>
          <p:spPr>
            <a:xfrm>
              <a:off x="10041247" y="131564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30F77100-2412-4E39-9D37-55CF2744A622}"/>
                </a:ext>
              </a:extLst>
            </p:cNvPr>
            <p:cNvSpPr/>
            <p:nvPr/>
          </p:nvSpPr>
          <p:spPr>
            <a:xfrm>
              <a:off x="10031151" y="1823832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" name="CustomShape 8">
              <a:extLst>
                <a:ext uri="{FF2B5EF4-FFF2-40B4-BE49-F238E27FC236}">
                  <a16:creationId xmlns:a16="http://schemas.microsoft.com/office/drawing/2014/main" id="{960BE5D9-4987-4DB5-B23B-0247F66985A1}"/>
                </a:ext>
              </a:extLst>
            </p:cNvPr>
            <p:cNvSpPr/>
            <p:nvPr/>
          </p:nvSpPr>
          <p:spPr>
            <a:xfrm>
              <a:off x="10041247" y="300604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SDFM</a:t>
              </a:r>
            </a:p>
          </p:txBody>
        </p:sp>
        <p:sp>
          <p:nvSpPr>
            <p:cNvPr id="25" name="CustomShape 8">
              <a:extLst>
                <a:ext uri="{FF2B5EF4-FFF2-40B4-BE49-F238E27FC236}">
                  <a16:creationId xmlns:a16="http://schemas.microsoft.com/office/drawing/2014/main" id="{F95B6DD0-14F5-46FF-9062-E54BAFBD433B}"/>
                </a:ext>
              </a:extLst>
            </p:cNvPr>
            <p:cNvSpPr/>
            <p:nvPr/>
          </p:nvSpPr>
          <p:spPr>
            <a:xfrm>
              <a:off x="10031151" y="240930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6" name="CustomShape 14">
              <a:extLst>
                <a:ext uri="{FF2B5EF4-FFF2-40B4-BE49-F238E27FC236}">
                  <a16:creationId xmlns:a16="http://schemas.microsoft.com/office/drawing/2014/main" id="{013D78B6-26BD-48CB-BC37-7601CBB1DFC3}"/>
                </a:ext>
              </a:extLst>
            </p:cNvPr>
            <p:cNvSpPr/>
            <p:nvPr/>
          </p:nvSpPr>
          <p:spPr>
            <a:xfrm>
              <a:off x="187288" y="3650569"/>
              <a:ext cx="958415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C6617D8C-8685-4A83-955F-15239AD5E76F}"/>
                </a:ext>
              </a:extLst>
            </p:cNvPr>
            <p:cNvSpPr/>
            <p:nvPr/>
          </p:nvSpPr>
          <p:spPr>
            <a:xfrm>
              <a:off x="8772962" y="4153246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49A8C14B-057A-40A5-AFEE-AD663674E10F}"/>
                </a:ext>
              </a:extLst>
            </p:cNvPr>
            <p:cNvSpPr/>
            <p:nvPr/>
          </p:nvSpPr>
          <p:spPr>
            <a:xfrm>
              <a:off x="10063810" y="3598710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3A6A21AF-2B3A-448B-8097-985A19DD07AC}"/>
                </a:ext>
              </a:extLst>
            </p:cNvPr>
            <p:cNvSpPr/>
            <p:nvPr/>
          </p:nvSpPr>
          <p:spPr>
            <a:xfrm>
              <a:off x="10086595" y="4176994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8F9F26A6-276E-47F4-9F90-B185D441CA8E}"/>
                </a:ext>
              </a:extLst>
            </p:cNvPr>
            <p:cNvSpPr/>
            <p:nvPr/>
          </p:nvSpPr>
          <p:spPr>
            <a:xfrm>
              <a:off x="10072837" y="4722609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78C059EA-EE03-44F0-8681-CE87694C5A75}"/>
                </a:ext>
              </a:extLst>
            </p:cNvPr>
            <p:cNvSpPr/>
            <p:nvPr/>
          </p:nvSpPr>
          <p:spPr>
            <a:xfrm>
              <a:off x="10063810" y="5300893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HSR/PRP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3819EC0-3910-402A-9D51-6B830FB584DC}"/>
                </a:ext>
              </a:extLst>
            </p:cNvPr>
            <p:cNvSpPr/>
            <p:nvPr/>
          </p:nvSpPr>
          <p:spPr>
            <a:xfrm>
              <a:off x="10049159" y="5879177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ENET MAC/Switch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BD62049-DDF6-43BE-B4D2-FC3B6468605A}"/>
                </a:ext>
              </a:extLst>
            </p:cNvPr>
            <p:cNvGrpSpPr/>
            <p:nvPr/>
          </p:nvGrpSpPr>
          <p:grpSpPr>
            <a:xfrm>
              <a:off x="1758019" y="4382105"/>
              <a:ext cx="6945197" cy="538781"/>
              <a:chOff x="1759067" y="4578409"/>
              <a:chExt cx="6945197" cy="538781"/>
            </a:xfrm>
          </p:grpSpPr>
          <p:sp>
            <p:nvSpPr>
              <p:cNvPr id="64" name="CustomShape 4">
                <a:extLst>
                  <a:ext uri="{FF2B5EF4-FFF2-40B4-BE49-F238E27FC236}">
                    <a16:creationId xmlns:a16="http://schemas.microsoft.com/office/drawing/2014/main" id="{08981EED-8881-455F-A805-5F45C2B8674F}"/>
                  </a:ext>
                </a:extLst>
              </p:cNvPr>
              <p:cNvSpPr/>
              <p:nvPr/>
            </p:nvSpPr>
            <p:spPr>
              <a:xfrm>
                <a:off x="1759067" y="4609183"/>
                <a:ext cx="1030713" cy="49778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SOC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65" name="CustomShape 24">
                <a:extLst>
                  <a:ext uri="{FF2B5EF4-FFF2-40B4-BE49-F238E27FC236}">
                    <a16:creationId xmlns:a16="http://schemas.microsoft.com/office/drawing/2014/main" id="{458EC1F4-2011-46A8-BAAE-55EB57EDB6F4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" name="CustomShape 8">
                <a:extLst>
                  <a:ext uri="{FF2B5EF4-FFF2-40B4-BE49-F238E27FC236}">
                    <a16:creationId xmlns:a16="http://schemas.microsoft.com/office/drawing/2014/main" id="{EDAFE72D-D19C-42F1-A7C4-A26C1ABEB95F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67" name="CustomShape 24">
                <a:extLst>
                  <a:ext uri="{FF2B5EF4-FFF2-40B4-BE49-F238E27FC236}">
                    <a16:creationId xmlns:a16="http://schemas.microsoft.com/office/drawing/2014/main" id="{7AE597CA-7800-4AF4-92AC-DD913754BCDB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HSR/PRP FW HAL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" name="CustomShape 8">
                <a:extLst>
                  <a:ext uri="{FF2B5EF4-FFF2-40B4-BE49-F238E27FC236}">
                    <a16:creationId xmlns:a16="http://schemas.microsoft.com/office/drawing/2014/main" id="{973C6C86-C597-4DEE-816E-41DC57B5A2BB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Profinet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69" name="CustomShape 8">
                <a:extLst>
                  <a:ext uri="{FF2B5EF4-FFF2-40B4-BE49-F238E27FC236}">
                    <a16:creationId xmlns:a16="http://schemas.microsoft.com/office/drawing/2014/main" id="{43E8FDF7-F8C3-454E-A911-18402A28E1B4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ENET LLD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4CCCA5-FFB6-46EC-B62B-773E53F87DA8}"/>
                </a:ext>
              </a:extLst>
            </p:cNvPr>
            <p:cNvGrpSpPr/>
            <p:nvPr/>
          </p:nvGrpSpPr>
          <p:grpSpPr>
            <a:xfrm>
              <a:off x="1758019" y="3813520"/>
              <a:ext cx="6945197" cy="455152"/>
              <a:chOff x="1759065" y="4007382"/>
              <a:chExt cx="6945197" cy="455152"/>
            </a:xfrm>
          </p:grpSpPr>
          <p:sp>
            <p:nvSpPr>
              <p:cNvPr id="58" name="CustomShape 15">
                <a:extLst>
                  <a:ext uri="{FF2B5EF4-FFF2-40B4-BE49-F238E27FC236}">
                    <a16:creationId xmlns:a16="http://schemas.microsoft.com/office/drawing/2014/main" id="{FE3DAF6F-7C08-456E-9F26-4A43B940378E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59" name="CustomShape 8">
                <a:extLst>
                  <a:ext uri="{FF2B5EF4-FFF2-40B4-BE49-F238E27FC236}">
                    <a16:creationId xmlns:a16="http://schemas.microsoft.com/office/drawing/2014/main" id="{B4D6B6AB-6BC0-4841-87F0-666F493DBA3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0" name="CustomShape 8">
                <a:extLst>
                  <a:ext uri="{FF2B5EF4-FFF2-40B4-BE49-F238E27FC236}">
                    <a16:creationId xmlns:a16="http://schemas.microsoft.com/office/drawing/2014/main" id="{FA60BFFA-8587-4676-BDBB-D24FCB8EF43C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61" name="CustomShape 8">
                <a:extLst>
                  <a:ext uri="{FF2B5EF4-FFF2-40B4-BE49-F238E27FC236}">
                    <a16:creationId xmlns:a16="http://schemas.microsoft.com/office/drawing/2014/main" id="{1C6A8E42-B8AA-4E51-AC98-B26BEDEB999F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62" name="CustomShape 8">
                <a:extLst>
                  <a:ext uri="{FF2B5EF4-FFF2-40B4-BE49-F238E27FC236}">
                    <a16:creationId xmlns:a16="http://schemas.microsoft.com/office/drawing/2014/main" id="{E15505A0-81BA-47B8-982E-3ADF2A13202C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2D41A1B-140E-4946-863D-A9A8F032C10F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EMAC</a:t>
                </a:r>
              </a:p>
            </p:txBody>
          </p:sp>
        </p:grpSp>
        <p:sp>
          <p:nvSpPr>
            <p:cNvPr id="35" name="CustomShape 14">
              <a:extLst>
                <a:ext uri="{FF2B5EF4-FFF2-40B4-BE49-F238E27FC236}">
                  <a16:creationId xmlns:a16="http://schemas.microsoft.com/office/drawing/2014/main" id="{207233D9-5858-42AF-806F-555F5DBBDC7F}"/>
                </a:ext>
              </a:extLst>
            </p:cNvPr>
            <p:cNvSpPr/>
            <p:nvPr/>
          </p:nvSpPr>
          <p:spPr>
            <a:xfrm>
              <a:off x="212852" y="2567607"/>
              <a:ext cx="9548093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6AA1CC35-0AC0-4F23-B64B-F7040F2258E7}"/>
                </a:ext>
              </a:extLst>
            </p:cNvPr>
            <p:cNvSpPr/>
            <p:nvPr/>
          </p:nvSpPr>
          <p:spPr>
            <a:xfrm>
              <a:off x="2310235" y="276561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AD298A23-5A79-4E6D-A23D-DDD985942A8E}"/>
                </a:ext>
              </a:extLst>
            </p:cNvPr>
            <p:cNvSpPr/>
            <p:nvPr/>
          </p:nvSpPr>
          <p:spPr>
            <a:xfrm>
              <a:off x="5951822" y="2760102"/>
              <a:ext cx="97444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4F4E3E65-808C-4270-8C6B-3A8C88C9034B}"/>
                </a:ext>
              </a:extLst>
            </p:cNvPr>
            <p:cNvSpPr/>
            <p:nvPr/>
          </p:nvSpPr>
          <p:spPr>
            <a:xfrm>
              <a:off x="4716899" y="2760102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7FD0614A-B184-40F0-9778-67C7CD5B59DF}"/>
                </a:ext>
              </a:extLst>
            </p:cNvPr>
            <p:cNvSpPr/>
            <p:nvPr/>
          </p:nvSpPr>
          <p:spPr>
            <a:xfrm>
              <a:off x="3492310" y="2765614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F92A8A78-B5F8-4B70-84B3-855749F682ED}"/>
                </a:ext>
              </a:extLst>
            </p:cNvPr>
            <p:cNvSpPr/>
            <p:nvPr/>
          </p:nvSpPr>
          <p:spPr>
            <a:xfrm>
              <a:off x="8359740" y="2770086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761FB70D-8155-4750-8B76-C3DB5D418E86}"/>
                </a:ext>
              </a:extLst>
            </p:cNvPr>
            <p:cNvSpPr/>
            <p:nvPr/>
          </p:nvSpPr>
          <p:spPr>
            <a:xfrm>
              <a:off x="7059735" y="2743615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05F7DF-5A9F-4CB8-8EA1-C198137300EB}"/>
                </a:ext>
              </a:extLst>
            </p:cNvPr>
            <p:cNvGrpSpPr/>
            <p:nvPr/>
          </p:nvGrpSpPr>
          <p:grpSpPr>
            <a:xfrm>
              <a:off x="2978565" y="1652365"/>
              <a:ext cx="5773454" cy="538781"/>
              <a:chOff x="2930810" y="4578409"/>
              <a:chExt cx="5773454" cy="538781"/>
            </a:xfrm>
          </p:grpSpPr>
          <p:sp>
            <p:nvSpPr>
              <p:cNvPr id="53" name="CustomShape 24">
                <a:extLst>
                  <a:ext uri="{FF2B5EF4-FFF2-40B4-BE49-F238E27FC236}">
                    <a16:creationId xmlns:a16="http://schemas.microsoft.com/office/drawing/2014/main" id="{F1B8970D-1A74-42C0-984F-FD2577E1C047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D3A9EEE6-6809-4DAB-9879-1A43B97DD01B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55" name="CustomShape 24">
                <a:extLst>
                  <a:ext uri="{FF2B5EF4-FFF2-40B4-BE49-F238E27FC236}">
                    <a16:creationId xmlns:a16="http://schemas.microsoft.com/office/drawing/2014/main" id="{E78CE5D1-AD51-4396-BF14-6F4C2BAAD162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</a:rPr>
                  <a:t>HSR/PRP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F08588DC-03B0-4962-857F-B38177E1CE65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IOLINK</a:t>
                </a: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24BFF01E-08D7-4369-9048-E312860D1A2B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latin typeface="Arial"/>
                  </a:rPr>
                  <a:t>ENET ICSSG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21DE792-0BC0-4CD0-BFD9-3DF6990A49A8}"/>
                </a:ext>
              </a:extLst>
            </p:cNvPr>
            <p:cNvGrpSpPr/>
            <p:nvPr/>
          </p:nvGrpSpPr>
          <p:grpSpPr>
            <a:xfrm>
              <a:off x="2988897" y="1083780"/>
              <a:ext cx="5763122" cy="455152"/>
              <a:chOff x="2941140" y="4007382"/>
              <a:chExt cx="5763122" cy="455152"/>
            </a:xfrm>
          </p:grpSpPr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A9139A8A-02AA-4CE3-B693-2FA67D9604E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C2BA82C-05A5-4DFA-A1FE-EAE688867C68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DDE77C84-9BAA-448C-B3C6-0DEB62B1FB67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55B7222F-6732-43A4-892D-DA07128238BF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54C79013-F48A-4BB8-A64E-D1220D4CB1BB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000" spc="-2" dirty="0">
                    <a:solidFill>
                      <a:srgbClr val="000000"/>
                    </a:solidFill>
                  </a:rPr>
                  <a:t>EtherCAT IOLINK Gateway</a:t>
                </a: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9D18655A-A1C3-4A1F-967A-1E2304D7423C}"/>
                </a:ext>
              </a:extLst>
            </p:cNvPr>
            <p:cNvSpPr/>
            <p:nvPr/>
          </p:nvSpPr>
          <p:spPr>
            <a:xfrm>
              <a:off x="8798527" y="1414111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" name="CustomShape 7">
              <a:extLst>
                <a:ext uri="{FF2B5EF4-FFF2-40B4-BE49-F238E27FC236}">
                  <a16:creationId xmlns:a16="http://schemas.microsoft.com/office/drawing/2014/main" id="{7DF65F3B-6578-4B79-A25F-1439DE8C8FB8}"/>
                </a:ext>
              </a:extLst>
            </p:cNvPr>
            <p:cNvSpPr/>
            <p:nvPr/>
          </p:nvSpPr>
          <p:spPr>
            <a:xfrm>
              <a:off x="3490233" y="7053205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46" name="CustomShape 15">
              <a:extLst>
                <a:ext uri="{FF2B5EF4-FFF2-40B4-BE49-F238E27FC236}">
                  <a16:creationId xmlns:a16="http://schemas.microsoft.com/office/drawing/2014/main" id="{DCCFA873-1279-49EE-B507-96209D45E54D}"/>
                </a:ext>
              </a:extLst>
            </p:cNvPr>
            <p:cNvSpPr/>
            <p:nvPr/>
          </p:nvSpPr>
          <p:spPr>
            <a:xfrm>
              <a:off x="8435612" y="7053205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47" name="CustomShape 15">
              <a:extLst>
                <a:ext uri="{FF2B5EF4-FFF2-40B4-BE49-F238E27FC236}">
                  <a16:creationId xmlns:a16="http://schemas.microsoft.com/office/drawing/2014/main" id="{794EB183-FC41-46F3-8B24-AC05F173455A}"/>
                </a:ext>
              </a:extLst>
            </p:cNvPr>
            <p:cNvSpPr/>
            <p:nvPr/>
          </p:nvSpPr>
          <p:spPr>
            <a:xfrm>
              <a:off x="5901793" y="7039408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6164193"/>
      </p:ext>
    </p:extLst>
  </p:cSld>
  <p:clrMapOvr>
    <a:masterClrMapping/>
  </p:clrMapOvr>
</p:sld>
</file>

<file path=ppt/theme/theme1.xml><?xml version="1.0" encoding="utf-8"?>
<a:theme xmlns:a="http://schemas.openxmlformats.org/drawingml/2006/main" name="2_FinalPowerpoint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0450184F-FECE-4F4E-9465-90FF95DEA0E4}" vid="{4EBE6972-D454-4FA8-9A2F-9FAFE2BB323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 - No CIP marking</Template>
  <TotalTime>217</TotalTime>
  <Words>1318</Words>
  <Application>Microsoft Office PowerPoint</Application>
  <PresentationFormat>Custom</PresentationFormat>
  <Paragraphs>575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DejaVu Sans</vt:lpstr>
      <vt:lpstr>2_FinalPowerpoint</vt:lpstr>
      <vt:lpstr>Motor Control SDK | Component Mapping for AM243x</vt:lpstr>
      <vt:lpstr>Motor Control SDK | Component Mapping for AM263Px</vt:lpstr>
      <vt:lpstr>Motor Control SDK | Component Mapping for AM261x</vt:lpstr>
      <vt:lpstr>HDSL State Machine</vt:lpstr>
      <vt:lpstr>PRU-ICSSG Load Share Mode</vt:lpstr>
      <vt:lpstr>Example | PRU usage for 6-axis servo drive – CPU 1</vt:lpstr>
      <vt:lpstr>Example | PRU usage for 3-axis servo drive + industrial comms</vt:lpstr>
      <vt:lpstr>Example | PRU usage for 2-axis servo drive + industrial comms</vt:lpstr>
      <vt:lpstr>Motor Control SDK | Component Mapping for AM263x</vt:lpstr>
      <vt:lpstr>Motor Control SDK | Component Mapping for AM64x</vt:lpstr>
    </vt:vector>
  </TitlesOfParts>
  <Company>Texas Instruments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here</dc:title>
  <dc:creator>Khandla, Dhaval</dc:creator>
  <cp:lastModifiedBy>Khandla, Dhaval</cp:lastModifiedBy>
  <cp:revision>34</cp:revision>
  <dcterms:created xsi:type="dcterms:W3CDTF">2025-08-31T05:40:46Z</dcterms:created>
  <dcterms:modified xsi:type="dcterms:W3CDTF">2025-09-07T07:24:28Z</dcterms:modified>
</cp:coreProperties>
</file>