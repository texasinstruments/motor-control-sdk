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84" r:id="rId2"/>
    <p:sldId id="287" r:id="rId3"/>
    <p:sldId id="290" r:id="rId4"/>
    <p:sldId id="292" r:id="rId5"/>
    <p:sldId id="291" r:id="rId6"/>
    <p:sldId id="288" r:id="rId7"/>
    <p:sldId id="289" r:id="rId8"/>
  </p:sldIdLst>
  <p:sldSz cx="14630400" cy="82296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D050"/>
    <a:srgbClr val="808080"/>
    <a:srgbClr val="DE0000"/>
    <a:srgbClr val="EF8383"/>
    <a:srgbClr val="F4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797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731520" y="328320"/>
            <a:ext cx="13167000" cy="636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731520" y="4418640"/>
            <a:ext cx="1316700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7478280" y="1925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73152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7478280" y="4418640"/>
            <a:ext cx="642528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IN" sz="4400" b="0" strike="noStrike" spc="-1"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73152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518328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9635040" y="1925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73152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518328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9635040" y="4418640"/>
            <a:ext cx="4239360" cy="22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IN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6" y="1258172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8870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stomShape 1"/>
          <p:cNvSpPr/>
          <p:nvPr/>
        </p:nvSpPr>
        <p:spPr>
          <a:xfrm>
            <a:off x="0" y="7589520"/>
            <a:ext cx="140846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" name="CustomShape 2"/>
          <p:cNvSpPr/>
          <p:nvPr/>
        </p:nvSpPr>
        <p:spPr>
          <a:xfrm>
            <a:off x="66960" y="7589520"/>
            <a:ext cx="13982040" cy="546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" name="Group 3"/>
          <p:cNvGrpSpPr/>
          <p:nvPr/>
        </p:nvGrpSpPr>
        <p:grpSpPr>
          <a:xfrm>
            <a:off x="-30240" y="7589520"/>
            <a:ext cx="14079600" cy="619560"/>
            <a:chOff x="-30240" y="7589520"/>
            <a:chExt cx="14079600" cy="619560"/>
          </a:xfrm>
        </p:grpSpPr>
        <p:sp>
          <p:nvSpPr>
            <p:cNvPr id="3" name="CustomShape 4"/>
            <p:cNvSpPr/>
            <p:nvPr/>
          </p:nvSpPr>
          <p:spPr>
            <a:xfrm>
              <a:off x="-30240" y="7589520"/>
              <a:ext cx="14079600" cy="619560"/>
            </a:xfrm>
            <a:prstGeom prst="rect">
              <a:avLst/>
            </a:prstGeom>
            <a:solidFill>
              <a:schemeClr val="bg1"/>
            </a:solidFill>
            <a:ln w="9360">
              <a:solidFill>
                <a:srgbClr val="AAAAAA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pic>
          <p:nvPicPr>
            <p:cNvPr id="4" name="Picture 27"/>
            <p:cNvPicPr/>
            <p:nvPr/>
          </p:nvPicPr>
          <p:blipFill>
            <a:blip r:embed="rId15"/>
            <a:stretch/>
          </p:blipFill>
          <p:spPr>
            <a:xfrm>
              <a:off x="11394000" y="7748280"/>
              <a:ext cx="2490480" cy="306720"/>
            </a:xfrm>
            <a:prstGeom prst="rect">
              <a:avLst/>
            </a:prstGeom>
            <a:ln w="9360">
              <a:noFill/>
            </a:ln>
          </p:spPr>
        </p:pic>
      </p:grpSp>
      <p:sp>
        <p:nvSpPr>
          <p:cNvPr id="5" name="CustomShape 5"/>
          <p:cNvSpPr/>
          <p:nvPr/>
        </p:nvSpPr>
        <p:spPr>
          <a:xfrm>
            <a:off x="718200" y="7751160"/>
            <a:ext cx="3376080" cy="287640"/>
          </a:xfrm>
          <a:prstGeom prst="rect">
            <a:avLst/>
          </a:prstGeom>
          <a:noFill/>
          <a:ln w="936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2040" tIns="60840" rIns="122040" bIns="60840" anchor="t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TI Confidential – NDA Restrictions</a:t>
            </a:r>
            <a:endParaRPr lang="en-IN" sz="1100" b="0" strike="noStrike" spc="-1" dirty="0"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IN" sz="44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345276" y="5046056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81254" y="5122377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953227" y="5591138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80213" y="5591138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916008" y="5149111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370840" y="718615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579673" y="716096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736813" y="3630716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726373" y="5319293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726373" y="4436736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715606" y="2394700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345275" y="6216914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579673" y="6229515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715606" y="114978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648221" y="6854901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10029513" y="716096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10029513" y="6229515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8593600" y="6854901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345276" y="3452265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6059781" y="6841104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630496" y="4171718"/>
            <a:ext cx="7041048" cy="492498"/>
            <a:chOff x="1759067" y="4566326"/>
            <a:chExt cx="6758649" cy="492498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564538" y="4566326"/>
              <a:ext cx="953178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454849" y="4566326"/>
              <a:ext cx="95852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4172787" y="4588026"/>
              <a:ext cx="106287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2944530" y="4609184"/>
              <a:ext cx="109350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F5F2801C-B193-46B0-BB28-16403517B3DC}"/>
              </a:ext>
            </a:extLst>
          </p:cNvPr>
          <p:cNvGrpSpPr/>
          <p:nvPr/>
        </p:nvGrpSpPr>
        <p:grpSpPr>
          <a:xfrm>
            <a:off x="1593577" y="3614306"/>
            <a:ext cx="8187853" cy="472312"/>
            <a:chOff x="1758019" y="3813520"/>
            <a:chExt cx="7904213" cy="472312"/>
          </a:xfrm>
        </p:grpSpPr>
        <p:sp>
          <p:nvSpPr>
            <p:cNvPr id="83" name="CustomShape 15">
              <a:extLst>
                <a:ext uri="{FF2B5EF4-FFF2-40B4-BE49-F238E27FC236}">
                  <a16:creationId xmlns:a16="http://schemas.microsoft.com/office/drawing/2014/main" id="{2B3E019C-8EF4-444D-8BD9-35787B4CE89D}"/>
                </a:ext>
              </a:extLst>
            </p:cNvPr>
            <p:cNvSpPr/>
            <p:nvPr/>
          </p:nvSpPr>
          <p:spPr>
            <a:xfrm>
              <a:off x="8709054" y="3819287"/>
              <a:ext cx="953178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D2CA552-C0EA-46FF-8CBA-00556992EAFF}"/>
                </a:ext>
              </a:extLst>
            </p:cNvPr>
            <p:cNvGrpSpPr/>
            <p:nvPr/>
          </p:nvGrpSpPr>
          <p:grpSpPr>
            <a:xfrm>
              <a:off x="1758019" y="3813520"/>
              <a:ext cx="5959354" cy="472312"/>
              <a:chOff x="1759065" y="4007382"/>
              <a:chExt cx="5959354" cy="472312"/>
            </a:xfrm>
          </p:grpSpPr>
          <p:sp>
            <p:nvSpPr>
              <p:cNvPr id="86" name="CustomShape 15">
                <a:extLst>
                  <a:ext uri="{FF2B5EF4-FFF2-40B4-BE49-F238E27FC236}">
                    <a16:creationId xmlns:a16="http://schemas.microsoft.com/office/drawing/2014/main" id="{3A564F5B-DC40-45FF-8B10-DCCC5DE7D8E3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87" name="CustomShape 8">
                <a:extLst>
                  <a:ext uri="{FF2B5EF4-FFF2-40B4-BE49-F238E27FC236}">
                    <a16:creationId xmlns:a16="http://schemas.microsoft.com/office/drawing/2014/main" id="{0D80E9EE-F48E-49CE-A252-6C1DF74C2602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88" name="CustomShape 8">
                <a:extLst>
                  <a:ext uri="{FF2B5EF4-FFF2-40B4-BE49-F238E27FC236}">
                    <a16:creationId xmlns:a16="http://schemas.microsoft.com/office/drawing/2014/main" id="{E13D227E-6029-4DC5-B0BB-68D71B8D2ED7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89" name="CustomShape 8">
                <a:extLst>
                  <a:ext uri="{FF2B5EF4-FFF2-40B4-BE49-F238E27FC236}">
                    <a16:creationId xmlns:a16="http://schemas.microsoft.com/office/drawing/2014/main" id="{600E2B4F-6469-45BF-BFB9-99C8C3A42261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90" name="CustomShape 8">
                <a:extLst>
                  <a:ext uri="{FF2B5EF4-FFF2-40B4-BE49-F238E27FC236}">
                    <a16:creationId xmlns:a16="http://schemas.microsoft.com/office/drawing/2014/main" id="{51B6AC0E-4960-4B0D-A32D-2DE55843B9E2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91" name="CustomShape 8">
                <a:extLst>
                  <a:ext uri="{FF2B5EF4-FFF2-40B4-BE49-F238E27FC236}">
                    <a16:creationId xmlns:a16="http://schemas.microsoft.com/office/drawing/2014/main" id="{14161222-74A9-4F70-807B-78DD69EEE3D1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370840" y="2369303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468223" y="2567309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6109810" y="2561798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874887" y="2561798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50298" y="2567310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517728" y="257178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217723" y="2545311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616AF95-4175-4D0B-B125-13F5A29DD4D6}"/>
              </a:ext>
            </a:extLst>
          </p:cNvPr>
          <p:cNvGrpSpPr/>
          <p:nvPr/>
        </p:nvGrpSpPr>
        <p:grpSpPr>
          <a:xfrm>
            <a:off x="1781474" y="856156"/>
            <a:ext cx="7876405" cy="473362"/>
            <a:chOff x="1782201" y="1099400"/>
            <a:chExt cx="7876405" cy="473362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782201" y="1106203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5C6F2813-0C60-416A-B833-399E76FFC3E0}"/>
                </a:ext>
              </a:extLst>
            </p:cNvPr>
            <p:cNvGrpSpPr/>
            <p:nvPr/>
          </p:nvGrpSpPr>
          <p:grpSpPr>
            <a:xfrm>
              <a:off x="2795755" y="1099400"/>
              <a:ext cx="5052424" cy="473362"/>
              <a:chOff x="2747998" y="4023002"/>
              <a:chExt cx="5052424" cy="473362"/>
            </a:xfrm>
          </p:grpSpPr>
          <p:sp>
            <p:nvSpPr>
              <p:cNvPr id="139" name="CustomShape 8">
                <a:extLst>
                  <a:ext uri="{FF2B5EF4-FFF2-40B4-BE49-F238E27FC236}">
                    <a16:creationId xmlns:a16="http://schemas.microsoft.com/office/drawing/2014/main" id="{CAA8C7CB-63A7-4653-A01F-117EC1A07963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140" name="CustomShape 8">
                <a:extLst>
                  <a:ext uri="{FF2B5EF4-FFF2-40B4-BE49-F238E27FC236}">
                    <a16:creationId xmlns:a16="http://schemas.microsoft.com/office/drawing/2014/main" id="{D6ED9DFE-9A05-46E1-BA74-B92F982665D1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141" name="CustomShape 8">
                <a:extLst>
                  <a:ext uri="{FF2B5EF4-FFF2-40B4-BE49-F238E27FC236}">
                    <a16:creationId xmlns:a16="http://schemas.microsoft.com/office/drawing/2014/main" id="{407A7F7D-4E0E-4FC8-BB37-76988E47DABA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142" name="CustomShape 8">
                <a:extLst>
                  <a:ext uri="{FF2B5EF4-FFF2-40B4-BE49-F238E27FC236}">
                    <a16:creationId xmlns:a16="http://schemas.microsoft.com/office/drawing/2014/main" id="{84F12E88-D8B0-41DD-AAA0-7C765BE9231D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143" name="CustomShape 8">
                <a:extLst>
                  <a:ext uri="{FF2B5EF4-FFF2-40B4-BE49-F238E27FC236}">
                    <a16:creationId xmlns:a16="http://schemas.microsoft.com/office/drawing/2014/main" id="{AAC5AF2A-84B7-43F3-A5CE-ADD5098DED6B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144" name="CustomShape 15">
              <a:extLst>
                <a:ext uri="{FF2B5EF4-FFF2-40B4-BE49-F238E27FC236}">
                  <a16:creationId xmlns:a16="http://schemas.microsoft.com/office/drawing/2014/main" id="{299AB4A1-1ECC-4566-97EE-42078E96CD6C}"/>
                </a:ext>
              </a:extLst>
            </p:cNvPr>
            <p:cNvSpPr/>
            <p:nvPr/>
          </p:nvSpPr>
          <p:spPr>
            <a:xfrm>
              <a:off x="8873684" y="1112808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B900A51-94B6-48C5-8EF8-785DB9FC7677}"/>
              </a:ext>
            </a:extLst>
          </p:cNvPr>
          <p:cNvGrpSpPr/>
          <p:nvPr/>
        </p:nvGrpSpPr>
        <p:grpSpPr>
          <a:xfrm>
            <a:off x="1784192" y="1482981"/>
            <a:ext cx="6978802" cy="485802"/>
            <a:chOff x="1566351" y="1638588"/>
            <a:chExt cx="6978802" cy="4858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0B00C2-16C0-4BB0-A299-1CA2AC879EDA}"/>
                </a:ext>
              </a:extLst>
            </p:cNvPr>
            <p:cNvGrpSpPr/>
            <p:nvPr/>
          </p:nvGrpSpPr>
          <p:grpSpPr>
            <a:xfrm>
              <a:off x="1566351" y="1650478"/>
              <a:ext cx="6073652" cy="473912"/>
              <a:chOff x="1783584" y="1740251"/>
              <a:chExt cx="6073652" cy="473912"/>
            </a:xfrm>
          </p:grpSpPr>
          <p:sp>
            <p:nvSpPr>
              <p:cNvPr id="113" name="CustomShape 24">
                <a:extLst>
                  <a:ext uri="{FF2B5EF4-FFF2-40B4-BE49-F238E27FC236}">
                    <a16:creationId xmlns:a16="http://schemas.microsoft.com/office/drawing/2014/main" id="{F7FC4F91-0E6E-4B6E-BF07-BC51B5C929A5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CD7E9940-E88B-4DF5-8A05-B042DA614BE4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128" name="CustomShape 24">
                  <a:extLst>
                    <a:ext uri="{FF2B5EF4-FFF2-40B4-BE49-F238E27FC236}">
                      <a16:creationId xmlns:a16="http://schemas.microsoft.com/office/drawing/2014/main" id="{FEA79133-1A9F-46F4-904E-48CA29EEAD64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129" name="CustomShape 8">
                  <a:extLst>
                    <a:ext uri="{FF2B5EF4-FFF2-40B4-BE49-F238E27FC236}">
                      <a16:creationId xmlns:a16="http://schemas.microsoft.com/office/drawing/2014/main" id="{734FC023-5DA4-4516-B9FA-63B9819EBE4C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133" name="CustomShape 24">
                  <a:extLst>
                    <a:ext uri="{FF2B5EF4-FFF2-40B4-BE49-F238E27FC236}">
                      <a16:creationId xmlns:a16="http://schemas.microsoft.com/office/drawing/2014/main" id="{572277B0-1A53-4660-BDEE-391E11761B6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134" name="CustomShape 8">
                  <a:extLst>
                    <a:ext uri="{FF2B5EF4-FFF2-40B4-BE49-F238E27FC236}">
                      <a16:creationId xmlns:a16="http://schemas.microsoft.com/office/drawing/2014/main" id="{D9DC5E4D-88D1-42F8-8264-441BF9E70E97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8A3830DC-B333-42A1-B4EF-A0D887783B68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72" name="CustomShape 15">
              <a:extLst>
                <a:ext uri="{FF2B5EF4-FFF2-40B4-BE49-F238E27FC236}">
                  <a16:creationId xmlns:a16="http://schemas.microsoft.com/office/drawing/2014/main" id="{4C5CC9F6-6CC6-428B-8A4E-2355A376DCF7}"/>
                </a:ext>
              </a:extLst>
            </p:cNvPr>
            <p:cNvSpPr/>
            <p:nvPr/>
          </p:nvSpPr>
          <p:spPr>
            <a:xfrm>
              <a:off x="7760231" y="1638588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74" name="CustomShape 15">
            <a:extLst>
              <a:ext uri="{FF2B5EF4-FFF2-40B4-BE49-F238E27FC236}">
                <a16:creationId xmlns:a16="http://schemas.microsoft.com/office/drawing/2014/main" id="{454D07F2-B9A3-4D60-88C5-BC673115BBD6}"/>
              </a:ext>
            </a:extLst>
          </p:cNvPr>
          <p:cNvSpPr/>
          <p:nvPr/>
        </p:nvSpPr>
        <p:spPr>
          <a:xfrm>
            <a:off x="8872957" y="1484364"/>
            <a:ext cx="784922" cy="47110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CustomShape 15">
            <a:extLst>
              <a:ext uri="{FF2B5EF4-FFF2-40B4-BE49-F238E27FC236}">
                <a16:creationId xmlns:a16="http://schemas.microsoft.com/office/drawing/2014/main" id="{A66BEF25-718C-42F8-B4AD-47D4B69E58E4}"/>
              </a:ext>
            </a:extLst>
          </p:cNvPr>
          <p:cNvSpPr/>
          <p:nvPr/>
        </p:nvSpPr>
        <p:spPr>
          <a:xfrm>
            <a:off x="5397091" y="4200006"/>
            <a:ext cx="987669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PRUICSS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PWM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CustomShape 15">
            <a:extLst>
              <a:ext uri="{FF2B5EF4-FFF2-40B4-BE49-F238E27FC236}">
                <a16:creationId xmlns:a16="http://schemas.microsoft.com/office/drawing/2014/main" id="{A187BFD9-EF2A-48E9-8359-90165FE849BF}"/>
              </a:ext>
            </a:extLst>
          </p:cNvPr>
          <p:cNvSpPr/>
          <p:nvPr/>
        </p:nvSpPr>
        <p:spPr>
          <a:xfrm>
            <a:off x="8791196" y="4161392"/>
            <a:ext cx="987382" cy="44397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BiSS-C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ustomShape 15">
            <a:extLst>
              <a:ext uri="{FF2B5EF4-FFF2-40B4-BE49-F238E27FC236}">
                <a16:creationId xmlns:a16="http://schemas.microsoft.com/office/drawing/2014/main" id="{E158EF4E-99E5-4BAE-9F0A-48570C790A4B}"/>
              </a:ext>
            </a:extLst>
          </p:cNvPr>
          <p:cNvSpPr/>
          <p:nvPr/>
        </p:nvSpPr>
        <p:spPr>
          <a:xfrm>
            <a:off x="7978072" y="875978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CustomShape 15">
            <a:extLst>
              <a:ext uri="{FF2B5EF4-FFF2-40B4-BE49-F238E27FC236}">
                <a16:creationId xmlns:a16="http://schemas.microsoft.com/office/drawing/2014/main" id="{B0DC690B-AD5B-46F1-BD85-F5E786C440FA}"/>
              </a:ext>
            </a:extLst>
          </p:cNvPr>
          <p:cNvSpPr/>
          <p:nvPr/>
        </p:nvSpPr>
        <p:spPr>
          <a:xfrm>
            <a:off x="7886623" y="3608242"/>
            <a:ext cx="784921" cy="449640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 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D31DDA8-6026-46C3-898E-6B3CDD0BAD65}"/>
              </a:ext>
            </a:extLst>
          </p:cNvPr>
          <p:cNvGrpSpPr/>
          <p:nvPr/>
        </p:nvGrpSpPr>
        <p:grpSpPr>
          <a:xfrm>
            <a:off x="10156092" y="1042427"/>
            <a:ext cx="1148754" cy="5041302"/>
            <a:chOff x="10156092" y="1042427"/>
            <a:chExt cx="1148754" cy="504130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5B55A8-54EE-42C7-A85C-ACE2A970BBE7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12F95B4D-3759-4104-8D58-EAF6518E9F95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3B83D30-7279-4106-8E40-EC7C6D8CAA48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88B97E17-05DC-49D0-B861-F3FA96A2799E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606A0F4-DCD2-4066-9BF4-874B6FC1A482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3" name="CustomShape 8">
                <a:extLst>
                  <a:ext uri="{FF2B5EF4-FFF2-40B4-BE49-F238E27FC236}">
                    <a16:creationId xmlns:a16="http://schemas.microsoft.com/office/drawing/2014/main" id="{B9B9C38B-2189-4BCB-BA18-0A4C8D7E9AC8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64360DD5-025B-4378-8504-C84B4FA5AF28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5" name="CustomShape 8">
                <a:extLst>
                  <a:ext uri="{FF2B5EF4-FFF2-40B4-BE49-F238E27FC236}">
                    <a16:creationId xmlns:a16="http://schemas.microsoft.com/office/drawing/2014/main" id="{32A75533-C752-44D1-9C09-E3E3E9A8E712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F14C8740-1E3F-43F2-A90F-7AED10928173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5A281F1F-1FED-41D1-9B89-8CD6235CB383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81" name="CustomShape 8">
                <a:extLst>
                  <a:ext uri="{FF2B5EF4-FFF2-40B4-BE49-F238E27FC236}">
                    <a16:creationId xmlns:a16="http://schemas.microsoft.com/office/drawing/2014/main" id="{DA175DF9-35CC-4E63-BB7D-886445F2B22F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102" name="CustomShape 8">
              <a:extLst>
                <a:ext uri="{FF2B5EF4-FFF2-40B4-BE49-F238E27FC236}">
                  <a16:creationId xmlns:a16="http://schemas.microsoft.com/office/drawing/2014/main" id="{D3B04458-DB2E-44DE-BD3C-AFF2D17036A5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A-Format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0930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984105" y="5123174"/>
            <a:ext cx="5749210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5129692" y="5199495"/>
            <a:ext cx="2399399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506435" y="5655616"/>
            <a:ext cx="1002278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5129692" y="5665489"/>
            <a:ext cx="1266164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3841538" y="5208289"/>
            <a:ext cx="1002278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3814741" y="999062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1974457" y="795733"/>
            <a:ext cx="5738719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974455" y="6294032"/>
            <a:ext cx="575886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3816124" y="1604082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974457" y="3529383"/>
            <a:ext cx="575886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6435589" y="4291694"/>
            <a:ext cx="1094959" cy="49778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76" name="CustomShape 4">
            <a:extLst>
              <a:ext uri="{FF2B5EF4-FFF2-40B4-BE49-F238E27FC236}">
                <a16:creationId xmlns:a16="http://schemas.microsoft.com/office/drawing/2014/main" id="{1B024EA3-0E43-445D-BF88-EC0D5B5DFFBA}"/>
              </a:ext>
            </a:extLst>
          </p:cNvPr>
          <p:cNvSpPr/>
          <p:nvPr/>
        </p:nvSpPr>
        <p:spPr>
          <a:xfrm>
            <a:off x="3815786" y="4256573"/>
            <a:ext cx="1030713" cy="49778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CustomShape 8">
            <a:extLst>
              <a:ext uri="{FF2B5EF4-FFF2-40B4-BE49-F238E27FC236}">
                <a16:creationId xmlns:a16="http://schemas.microsoft.com/office/drawing/2014/main" id="{490D27A3-6945-406A-BAF2-EFE79C38162A}"/>
              </a:ext>
            </a:extLst>
          </p:cNvPr>
          <p:cNvSpPr/>
          <p:nvPr/>
        </p:nvSpPr>
        <p:spPr>
          <a:xfrm>
            <a:off x="6435589" y="3644037"/>
            <a:ext cx="1093502" cy="508005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86" name="CustomShape 15">
            <a:extLst>
              <a:ext uri="{FF2B5EF4-FFF2-40B4-BE49-F238E27FC236}">
                <a16:creationId xmlns:a16="http://schemas.microsoft.com/office/drawing/2014/main" id="{3A564F5B-DC40-45FF-8B10-DCCC5DE7D8E3}"/>
              </a:ext>
            </a:extLst>
          </p:cNvPr>
          <p:cNvSpPr/>
          <p:nvPr/>
        </p:nvSpPr>
        <p:spPr>
          <a:xfrm>
            <a:off x="3815786" y="3662725"/>
            <a:ext cx="1030713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Board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CustomShape 8">
            <a:extLst>
              <a:ext uri="{FF2B5EF4-FFF2-40B4-BE49-F238E27FC236}">
                <a16:creationId xmlns:a16="http://schemas.microsoft.com/office/drawing/2014/main" id="{51B6AC0E-4960-4B0D-A32D-2DE55843B9E2}"/>
              </a:ext>
            </a:extLst>
          </p:cNvPr>
          <p:cNvSpPr/>
          <p:nvPr/>
        </p:nvSpPr>
        <p:spPr>
          <a:xfrm>
            <a:off x="5131149" y="3640214"/>
            <a:ext cx="1093502" cy="507271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 FW HAL</a:t>
            </a:r>
          </a:p>
        </p:txBody>
      </p:sp>
      <p:sp>
        <p:nvSpPr>
          <p:cNvPr id="91" name="CustomShape 8">
            <a:extLst>
              <a:ext uri="{FF2B5EF4-FFF2-40B4-BE49-F238E27FC236}">
                <a16:creationId xmlns:a16="http://schemas.microsoft.com/office/drawing/2014/main" id="{14161222-74A9-4F70-807B-78DD69EEE3D1}"/>
              </a:ext>
            </a:extLst>
          </p:cNvPr>
          <p:cNvSpPr/>
          <p:nvPr/>
        </p:nvSpPr>
        <p:spPr>
          <a:xfrm>
            <a:off x="5129692" y="4291693"/>
            <a:ext cx="1094959" cy="463845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ICSS EMAC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1984105" y="2446421"/>
            <a:ext cx="5738720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4385871" y="267816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909216" y="267816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5025670" y="999061"/>
            <a:ext cx="1185077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6415211" y="1588356"/>
            <a:ext cx="1094959" cy="50110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6415211" y="999062"/>
            <a:ext cx="1093502" cy="449642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38" name="CustomShape 8">
            <a:extLst>
              <a:ext uri="{FF2B5EF4-FFF2-40B4-BE49-F238E27FC236}">
                <a16:creationId xmlns:a16="http://schemas.microsoft.com/office/drawing/2014/main" id="{5211EEA9-63DF-4DAF-B441-2B51CD21E224}"/>
              </a:ext>
            </a:extLst>
          </p:cNvPr>
          <p:cNvSpPr/>
          <p:nvPr/>
        </p:nvSpPr>
        <p:spPr>
          <a:xfrm>
            <a:off x="5025671" y="1598368"/>
            <a:ext cx="1186534" cy="491094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Universal Motor </a:t>
            </a:r>
          </a:p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Control</a:t>
            </a:r>
          </a:p>
          <a:p>
            <a:pPr algn="ctr"/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Reference Design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F79820AA-3E72-410A-9A25-5E06BE8DF841}"/>
              </a:ext>
            </a:extLst>
          </p:cNvPr>
          <p:cNvSpPr/>
          <p:nvPr/>
        </p:nvSpPr>
        <p:spPr>
          <a:xfrm>
            <a:off x="8011038" y="325353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00722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3739478" y="264822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5666201" y="265370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2905773" y="1611656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2905773" y="988541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CustomShape 8">
            <a:extLst>
              <a:ext uri="{FF2B5EF4-FFF2-40B4-BE49-F238E27FC236}">
                <a16:creationId xmlns:a16="http://schemas.microsoft.com/office/drawing/2014/main" id="{84F12E88-D8B0-41DD-AAA0-7C765BE9231D}"/>
              </a:ext>
            </a:extLst>
          </p:cNvPr>
          <p:cNvSpPr/>
          <p:nvPr/>
        </p:nvSpPr>
        <p:spPr>
          <a:xfrm>
            <a:off x="4128710" y="988737"/>
            <a:ext cx="1031759" cy="455099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70" name="CustomShape 8">
            <a:extLst>
              <a:ext uri="{FF2B5EF4-FFF2-40B4-BE49-F238E27FC236}">
                <a16:creationId xmlns:a16="http://schemas.microsoft.com/office/drawing/2014/main" id="{ACF071DC-726D-42F2-B042-ED4EC811037C}"/>
              </a:ext>
            </a:extLst>
          </p:cNvPr>
          <p:cNvSpPr/>
          <p:nvPr/>
        </p:nvSpPr>
        <p:spPr>
          <a:xfrm>
            <a:off x="5331899" y="988543"/>
            <a:ext cx="1031759" cy="449639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D881E8A-9BCF-435B-A691-F10F34FEB88B}"/>
              </a:ext>
            </a:extLst>
          </p:cNvPr>
          <p:cNvSpPr/>
          <p:nvPr/>
        </p:nvSpPr>
        <p:spPr>
          <a:xfrm>
            <a:off x="6574585" y="981374"/>
            <a:ext cx="1028734" cy="47878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EnDat</a:t>
            </a:r>
            <a:endParaRPr lang="en-IN" sz="1280" spc="-2" dirty="0">
              <a:solidFill>
                <a:srgbClr val="000000"/>
              </a:solidFill>
            </a:endParaRPr>
          </a:p>
        </p:txBody>
      </p: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152745" y="1616655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169027" y="39720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7316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31602" y="2650615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852003" y="161665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CustomShape 15">
            <a:extLst>
              <a:ext uri="{FF2B5EF4-FFF2-40B4-BE49-F238E27FC236}">
                <a16:creationId xmlns:a16="http://schemas.microsoft.com/office/drawing/2014/main" id="{94A9817F-8321-4B48-A6E6-43178676CCF7}"/>
              </a:ext>
            </a:extLst>
          </p:cNvPr>
          <p:cNvSpPr/>
          <p:nvPr/>
        </p:nvSpPr>
        <p:spPr>
          <a:xfrm>
            <a:off x="5342307" y="160033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ustomShape 15">
            <a:extLst>
              <a:ext uri="{FF2B5EF4-FFF2-40B4-BE49-F238E27FC236}">
                <a16:creationId xmlns:a16="http://schemas.microsoft.com/office/drawing/2014/main" id="{03CE2D63-51C3-4ACB-975B-DDC41E0B9A6E}"/>
              </a:ext>
            </a:extLst>
          </p:cNvPr>
          <p:cNvSpPr/>
          <p:nvPr/>
        </p:nvSpPr>
        <p:spPr>
          <a:xfrm>
            <a:off x="6574585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F3F13926-7868-4E7A-AEB6-0A4ECC0A31BA}"/>
              </a:ext>
            </a:extLst>
          </p:cNvPr>
          <p:cNvSpPr/>
          <p:nvPr/>
        </p:nvSpPr>
        <p:spPr>
          <a:xfrm>
            <a:off x="3029556" y="1605540"/>
            <a:ext cx="1031760" cy="464863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A211B7-424C-4DDC-A434-438DFA87E82C}"/>
              </a:ext>
            </a:extLst>
          </p:cNvPr>
          <p:cNvGrpSpPr/>
          <p:nvPr/>
        </p:nvGrpSpPr>
        <p:grpSpPr>
          <a:xfrm>
            <a:off x="1852003" y="981374"/>
            <a:ext cx="5751316" cy="478788"/>
            <a:chOff x="1961861" y="936270"/>
            <a:chExt cx="5751316" cy="478788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70" name="CustomShape 8">
              <a:extLst>
                <a:ext uri="{FF2B5EF4-FFF2-40B4-BE49-F238E27FC236}">
                  <a16:creationId xmlns:a16="http://schemas.microsoft.com/office/drawing/2014/main" id="{ACF071DC-726D-42F2-B042-ED4EC811037C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3D881E8A-9BCF-435B-A691-F10F34FEB88B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7128BE07-6182-46ED-8561-79949810231D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</p:grpSp>
      <p:sp>
        <p:nvSpPr>
          <p:cNvPr id="40" name="CustomShape 8">
            <a:extLst>
              <a:ext uri="{FF2B5EF4-FFF2-40B4-BE49-F238E27FC236}">
                <a16:creationId xmlns:a16="http://schemas.microsoft.com/office/drawing/2014/main" id="{01121847-31DF-46AA-B838-EAFA788320FD}"/>
              </a:ext>
            </a:extLst>
          </p:cNvPr>
          <p:cNvSpPr/>
          <p:nvPr/>
        </p:nvSpPr>
        <p:spPr>
          <a:xfrm>
            <a:off x="7969666" y="4442023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CustomShape 8">
            <a:extLst>
              <a:ext uri="{FF2B5EF4-FFF2-40B4-BE49-F238E27FC236}">
                <a16:creationId xmlns:a16="http://schemas.microsoft.com/office/drawing/2014/main" id="{B2E5371C-069D-4B40-AC59-96EF0DAFDAC4}"/>
              </a:ext>
            </a:extLst>
          </p:cNvPr>
          <p:cNvSpPr/>
          <p:nvPr/>
        </p:nvSpPr>
        <p:spPr>
          <a:xfrm>
            <a:off x="7977392" y="2241293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21E969EE-BA3E-4C5C-9730-05841FA4B7E2}"/>
              </a:ext>
            </a:extLst>
          </p:cNvPr>
          <p:cNvSpPr/>
          <p:nvPr/>
        </p:nvSpPr>
        <p:spPr>
          <a:xfrm>
            <a:off x="7977392" y="3731944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CustomShape 8">
            <a:extLst>
              <a:ext uri="{FF2B5EF4-FFF2-40B4-BE49-F238E27FC236}">
                <a16:creationId xmlns:a16="http://schemas.microsoft.com/office/drawing/2014/main" id="{E055C7A8-A374-428A-9BE3-DEE183B5BC39}"/>
              </a:ext>
            </a:extLst>
          </p:cNvPr>
          <p:cNvSpPr/>
          <p:nvPr/>
        </p:nvSpPr>
        <p:spPr>
          <a:xfrm>
            <a:off x="7977392" y="5166958"/>
            <a:ext cx="1114418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94AD24C4-6F29-4547-8CCD-1924B387D323}"/>
              </a:ext>
            </a:extLst>
          </p:cNvPr>
          <p:cNvSpPr/>
          <p:nvPr/>
        </p:nvSpPr>
        <p:spPr>
          <a:xfrm>
            <a:off x="7969666" y="2956689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Nikon A-Format</a:t>
            </a:r>
          </a:p>
        </p:txBody>
      </p:sp>
      <p:sp>
        <p:nvSpPr>
          <p:cNvPr id="56" name="CustomShape 8">
            <a:extLst>
              <a:ext uri="{FF2B5EF4-FFF2-40B4-BE49-F238E27FC236}">
                <a16:creationId xmlns:a16="http://schemas.microsoft.com/office/drawing/2014/main" id="{786CFDC0-B554-4AE6-9E15-6FBE01A3C35D}"/>
              </a:ext>
            </a:extLst>
          </p:cNvPr>
          <p:cNvSpPr/>
          <p:nvPr/>
        </p:nvSpPr>
        <p:spPr>
          <a:xfrm>
            <a:off x="7975216" y="150861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BiSS-C</a:t>
            </a: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997630" y="264153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363658" y="263244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61" name="CustomShape 24">
            <a:extLst>
              <a:ext uri="{FF2B5EF4-FFF2-40B4-BE49-F238E27FC236}">
                <a16:creationId xmlns:a16="http://schemas.microsoft.com/office/drawing/2014/main" id="{53FCD6D3-9AD4-4E4D-8472-F54472750528}"/>
              </a:ext>
            </a:extLst>
          </p:cNvPr>
          <p:cNvSpPr/>
          <p:nvPr/>
        </p:nvSpPr>
        <p:spPr>
          <a:xfrm>
            <a:off x="1846518" y="4334765"/>
            <a:ext cx="1031760" cy="4485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SOC Peripheral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CustomShape 15">
            <a:extLst>
              <a:ext uri="{FF2B5EF4-FFF2-40B4-BE49-F238E27FC236}">
                <a16:creationId xmlns:a16="http://schemas.microsoft.com/office/drawing/2014/main" id="{8CC10D8F-E662-40FF-B96F-632AFB9532F3}"/>
              </a:ext>
            </a:extLst>
          </p:cNvPr>
          <p:cNvSpPr/>
          <p:nvPr/>
        </p:nvSpPr>
        <p:spPr>
          <a:xfrm>
            <a:off x="5336822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Nikon</a:t>
            </a:r>
          </a:p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A-Format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CustomShape 15">
            <a:extLst>
              <a:ext uri="{FF2B5EF4-FFF2-40B4-BE49-F238E27FC236}">
                <a16:creationId xmlns:a16="http://schemas.microsoft.com/office/drawing/2014/main" id="{C3CD25CC-7DB8-4D0B-86FE-9377D8AA4106}"/>
              </a:ext>
            </a:extLst>
          </p:cNvPr>
          <p:cNvSpPr/>
          <p:nvPr/>
        </p:nvSpPr>
        <p:spPr>
          <a:xfrm>
            <a:off x="6569100" y="431763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Tamagawa</a:t>
            </a:r>
          </a:p>
        </p:txBody>
      </p:sp>
      <p:sp>
        <p:nvSpPr>
          <p:cNvPr id="66" name="CustomShape 8">
            <a:extLst>
              <a:ext uri="{FF2B5EF4-FFF2-40B4-BE49-F238E27FC236}">
                <a16:creationId xmlns:a16="http://schemas.microsoft.com/office/drawing/2014/main" id="{9F0A6602-DFCC-4E1C-8AAF-B741A559F22A}"/>
              </a:ext>
            </a:extLst>
          </p:cNvPr>
          <p:cNvSpPr/>
          <p:nvPr/>
        </p:nvSpPr>
        <p:spPr>
          <a:xfrm>
            <a:off x="3024071" y="4323650"/>
            <a:ext cx="1031760" cy="464863"/>
          </a:xfrm>
          <a:prstGeom prst="rect">
            <a:avLst/>
          </a:prstGeom>
          <a:solidFill>
            <a:srgbClr val="80808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ICSS </a:t>
            </a:r>
          </a:p>
          <a:p>
            <a:pPr algn="ctr"/>
            <a:r>
              <a:rPr lang="en-IN" sz="1280" spc="-2" dirty="0">
                <a:solidFill>
                  <a:schemeClr val="bg1"/>
                </a:solidFill>
                <a:latin typeface="Arial"/>
              </a:rPr>
              <a:t>EMAC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75" name="CustomShape 8">
              <a:extLst>
                <a:ext uri="{FF2B5EF4-FFF2-40B4-BE49-F238E27FC236}">
                  <a16:creationId xmlns:a16="http://schemas.microsoft.com/office/drawing/2014/main" id="{F8370D72-890A-416C-8661-621C2D086D65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  <p:sp>
        <p:nvSpPr>
          <p:cNvPr id="76" name="CustomShape 15">
            <a:extLst>
              <a:ext uri="{FF2B5EF4-FFF2-40B4-BE49-F238E27FC236}">
                <a16:creationId xmlns:a16="http://schemas.microsoft.com/office/drawing/2014/main" id="{9C0298EB-5B2D-49C4-BA72-005C9B36B9F7}"/>
              </a:ext>
            </a:extLst>
          </p:cNvPr>
          <p:cNvSpPr/>
          <p:nvPr/>
        </p:nvSpPr>
        <p:spPr>
          <a:xfrm>
            <a:off x="4207108" y="1599526"/>
            <a:ext cx="1028181" cy="474753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RTLibs</a:t>
            </a:r>
          </a:p>
        </p:txBody>
      </p:sp>
      <p:sp>
        <p:nvSpPr>
          <p:cNvPr id="77" name="CustomShape 15">
            <a:extLst>
              <a:ext uri="{FF2B5EF4-FFF2-40B4-BE49-F238E27FC236}">
                <a16:creationId xmlns:a16="http://schemas.microsoft.com/office/drawing/2014/main" id="{22EEC8FE-0CFB-40ED-B96D-EFE06B752B5A}"/>
              </a:ext>
            </a:extLst>
          </p:cNvPr>
          <p:cNvSpPr/>
          <p:nvPr/>
        </p:nvSpPr>
        <p:spPr>
          <a:xfrm>
            <a:off x="4207108" y="4318444"/>
            <a:ext cx="1031759" cy="4891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67679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524105" y="5123173"/>
            <a:ext cx="7209210" cy="109017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191764" y="5241908"/>
            <a:ext cx="335466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2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5956637" y="5724763"/>
            <a:ext cx="158979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2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197595" y="5729238"/>
            <a:ext cx="156081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2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824621" y="5246989"/>
            <a:ext cx="2018174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2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200" spc="-2" dirty="0"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524107" y="795733"/>
            <a:ext cx="7189070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9383564" y="793214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9540704" y="3707834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9530264" y="5396411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9530264" y="4513854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9519497" y="247181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524105" y="6294032"/>
            <a:ext cx="7209210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9383564" y="6306633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9519497" y="1226902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CustomShape 7">
            <a:extLst>
              <a:ext uri="{FF2B5EF4-FFF2-40B4-BE49-F238E27FC236}">
                <a16:creationId xmlns:a16="http://schemas.microsoft.com/office/drawing/2014/main" id="{63348C38-19BF-49D5-8C54-18BEAF892E69}"/>
              </a:ext>
            </a:extLst>
          </p:cNvPr>
          <p:cNvSpPr/>
          <p:nvPr/>
        </p:nvSpPr>
        <p:spPr>
          <a:xfrm>
            <a:off x="3739478" y="6920016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7833404" y="793214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7833404" y="6306633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3" name="CustomShape 15">
            <a:extLst>
              <a:ext uri="{FF2B5EF4-FFF2-40B4-BE49-F238E27FC236}">
                <a16:creationId xmlns:a16="http://schemas.microsoft.com/office/drawing/2014/main" id="{34B5E01D-4EAE-45C9-B426-238451E602E8}"/>
              </a:ext>
            </a:extLst>
          </p:cNvPr>
          <p:cNvSpPr/>
          <p:nvPr/>
        </p:nvSpPr>
        <p:spPr>
          <a:xfrm>
            <a:off x="7527797" y="6920016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524107" y="3529383"/>
            <a:ext cx="720921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42" name="CustomShape 15">
            <a:extLst>
              <a:ext uri="{FF2B5EF4-FFF2-40B4-BE49-F238E27FC236}">
                <a16:creationId xmlns:a16="http://schemas.microsoft.com/office/drawing/2014/main" id="{301D606C-56BB-4F04-94B2-6CA392EC85A4}"/>
              </a:ext>
            </a:extLst>
          </p:cNvPr>
          <p:cNvSpPr/>
          <p:nvPr/>
        </p:nvSpPr>
        <p:spPr>
          <a:xfrm>
            <a:off x="5524003" y="6922690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524107" y="2446421"/>
            <a:ext cx="7198718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31827" y="2646651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631602" y="2650615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EA93676-F8AC-4475-A4C3-E7488D990B68}"/>
              </a:ext>
            </a:extLst>
          </p:cNvPr>
          <p:cNvGrpSpPr/>
          <p:nvPr/>
        </p:nvGrpSpPr>
        <p:grpSpPr>
          <a:xfrm>
            <a:off x="1852003" y="1599526"/>
            <a:ext cx="5750763" cy="489936"/>
            <a:chOff x="1963773" y="1577028"/>
            <a:chExt cx="5750763" cy="489936"/>
          </a:xfrm>
        </p:grpSpPr>
        <p:sp>
          <p:nvSpPr>
            <p:cNvPr id="113" name="CustomShape 24">
              <a:extLst>
                <a:ext uri="{FF2B5EF4-FFF2-40B4-BE49-F238E27FC236}">
                  <a16:creationId xmlns:a16="http://schemas.microsoft.com/office/drawing/2014/main" id="{F7FC4F91-0E6E-4B6E-BF07-BC51B5C929A5}"/>
                </a:ext>
              </a:extLst>
            </p:cNvPr>
            <p:cNvSpPr/>
            <p:nvPr/>
          </p:nvSpPr>
          <p:spPr>
            <a:xfrm>
              <a:off x="1963773" y="159415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3E4047-8A5B-4D11-89AE-7E8A12E72099}"/>
                </a:ext>
              </a:extLst>
            </p:cNvPr>
            <p:cNvGrpSpPr/>
            <p:nvPr/>
          </p:nvGrpSpPr>
          <p:grpSpPr>
            <a:xfrm>
              <a:off x="3141326" y="1577028"/>
              <a:ext cx="4573210" cy="489936"/>
              <a:chOff x="3141326" y="1577028"/>
              <a:chExt cx="4573210" cy="489936"/>
            </a:xfrm>
          </p:grpSpPr>
          <p:sp>
            <p:nvSpPr>
              <p:cNvPr id="69" name="CustomShape 15">
                <a:extLst>
                  <a:ext uri="{FF2B5EF4-FFF2-40B4-BE49-F238E27FC236}">
                    <a16:creationId xmlns:a16="http://schemas.microsoft.com/office/drawing/2014/main" id="{94A9817F-8321-4B48-A6E6-43178676CCF7}"/>
                  </a:ext>
                </a:extLst>
              </p:cNvPr>
              <p:cNvSpPr/>
              <p:nvPr/>
            </p:nvSpPr>
            <p:spPr>
              <a:xfrm>
                <a:off x="5454077" y="1577836"/>
                <a:ext cx="1031759" cy="48912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Nikon</a:t>
                </a:r>
              </a:p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44" name="CustomShape 8">
                <a:extLst>
                  <a:ext uri="{FF2B5EF4-FFF2-40B4-BE49-F238E27FC236}">
                    <a16:creationId xmlns:a16="http://schemas.microsoft.com/office/drawing/2014/main" id="{0F9232B9-A9C5-4DDA-B5BF-882722F6F902}"/>
                  </a:ext>
                </a:extLst>
              </p:cNvPr>
              <p:cNvSpPr/>
              <p:nvPr/>
            </p:nvSpPr>
            <p:spPr>
              <a:xfrm>
                <a:off x="4309019" y="1577836"/>
                <a:ext cx="101251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6" name="CustomShape 15">
                <a:extLst>
                  <a:ext uri="{FF2B5EF4-FFF2-40B4-BE49-F238E27FC236}">
                    <a16:creationId xmlns:a16="http://schemas.microsoft.com/office/drawing/2014/main" id="{03CE2D63-51C3-4ACB-975B-DDC41E0B9A6E}"/>
                  </a:ext>
                </a:extLst>
              </p:cNvPr>
              <p:cNvSpPr/>
              <p:nvPr/>
            </p:nvSpPr>
            <p:spPr>
              <a:xfrm>
                <a:off x="6686355" y="1577028"/>
                <a:ext cx="102818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F3F13926-7868-4E7A-AEB6-0A4ECC0A31BA}"/>
                  </a:ext>
                </a:extLst>
              </p:cNvPr>
              <p:cNvSpPr/>
              <p:nvPr/>
            </p:nvSpPr>
            <p:spPr>
              <a:xfrm>
                <a:off x="3141326" y="1583042"/>
                <a:ext cx="1031760" cy="46486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IOLINK</a:t>
                </a: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FA211B7-424C-4DDC-A434-438DFA87E82C}"/>
              </a:ext>
            </a:extLst>
          </p:cNvPr>
          <p:cNvGrpSpPr/>
          <p:nvPr/>
        </p:nvGrpSpPr>
        <p:grpSpPr>
          <a:xfrm>
            <a:off x="1852003" y="981374"/>
            <a:ext cx="5751316" cy="478788"/>
            <a:chOff x="1961861" y="936270"/>
            <a:chExt cx="5751316" cy="478788"/>
          </a:xfrm>
        </p:grpSpPr>
        <p:sp>
          <p:nvSpPr>
            <p:cNvPr id="99" name="CustomShape 8">
              <a:extLst>
                <a:ext uri="{FF2B5EF4-FFF2-40B4-BE49-F238E27FC236}">
                  <a16:creationId xmlns:a16="http://schemas.microsoft.com/office/drawing/2014/main" id="{300ACF90-638E-45E4-AA50-B7E85398CF97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70" name="CustomShape 8">
              <a:extLst>
                <a:ext uri="{FF2B5EF4-FFF2-40B4-BE49-F238E27FC236}">
                  <a16:creationId xmlns:a16="http://schemas.microsoft.com/office/drawing/2014/main" id="{ACF071DC-726D-42F2-B042-ED4EC811037C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3D881E8A-9BCF-435B-A691-F10F34FEB88B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7128BE07-6182-46ED-8561-79949810231D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2F1C7046-C779-4CDE-89D7-5E6DA3716311}"/>
              </a:ext>
            </a:extLst>
          </p:cNvPr>
          <p:cNvGrpSpPr/>
          <p:nvPr/>
        </p:nvGrpSpPr>
        <p:grpSpPr>
          <a:xfrm>
            <a:off x="7961208" y="1508610"/>
            <a:ext cx="1133304" cy="4249228"/>
            <a:chOff x="7962195" y="1177283"/>
            <a:chExt cx="1133304" cy="4249228"/>
          </a:xfrm>
        </p:grpSpPr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01121847-31DF-46AA-B838-EAFA788320FD}"/>
                </a:ext>
              </a:extLst>
            </p:cNvPr>
            <p:cNvSpPr/>
            <p:nvPr/>
          </p:nvSpPr>
          <p:spPr>
            <a:xfrm>
              <a:off x="7970653" y="441665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B2E5371C-069D-4B40-AC59-96EF0DAFDAC4}"/>
                </a:ext>
              </a:extLst>
            </p:cNvPr>
            <p:cNvSpPr/>
            <p:nvPr/>
          </p:nvSpPr>
          <p:spPr>
            <a:xfrm>
              <a:off x="7981081" y="1831081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21E969EE-BA3E-4C5C-9730-05841FA4B7E2}"/>
                </a:ext>
              </a:extLst>
            </p:cNvPr>
            <p:cNvSpPr/>
            <p:nvPr/>
          </p:nvSpPr>
          <p:spPr>
            <a:xfrm>
              <a:off x="7976203" y="3777138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E055C7A8-A374-428A-9BE3-DEE183B5BC39}"/>
                </a:ext>
              </a:extLst>
            </p:cNvPr>
            <p:cNvSpPr/>
            <p:nvPr/>
          </p:nvSpPr>
          <p:spPr>
            <a:xfrm>
              <a:off x="7978379" y="5056164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54" name="CustomShape 8">
              <a:extLst>
                <a:ext uri="{FF2B5EF4-FFF2-40B4-BE49-F238E27FC236}">
                  <a16:creationId xmlns:a16="http://schemas.microsoft.com/office/drawing/2014/main" id="{980E2E52-C826-4B80-B1A4-EF165478BC32}"/>
                </a:ext>
              </a:extLst>
            </p:cNvPr>
            <p:cNvSpPr/>
            <p:nvPr/>
          </p:nvSpPr>
          <p:spPr>
            <a:xfrm>
              <a:off x="7976203" y="248435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55" name="CustomShape 8">
              <a:extLst>
                <a:ext uri="{FF2B5EF4-FFF2-40B4-BE49-F238E27FC236}">
                  <a16:creationId xmlns:a16="http://schemas.microsoft.com/office/drawing/2014/main" id="{94AD24C4-6F29-4547-8CCD-1924B387D323}"/>
                </a:ext>
              </a:extLst>
            </p:cNvPr>
            <p:cNvSpPr/>
            <p:nvPr/>
          </p:nvSpPr>
          <p:spPr>
            <a:xfrm>
              <a:off x="7962195" y="3137625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A-Format</a:t>
              </a:r>
            </a:p>
          </p:txBody>
        </p:sp>
        <p:sp>
          <p:nvSpPr>
            <p:cNvPr id="56" name="CustomShape 8">
              <a:extLst>
                <a:ext uri="{FF2B5EF4-FFF2-40B4-BE49-F238E27FC236}">
                  <a16:creationId xmlns:a16="http://schemas.microsoft.com/office/drawing/2014/main" id="{786CFDC0-B554-4AE6-9E15-6FBE01A3C35D}"/>
                </a:ext>
              </a:extLst>
            </p:cNvPr>
            <p:cNvSpPr/>
            <p:nvPr/>
          </p:nvSpPr>
          <p:spPr>
            <a:xfrm>
              <a:off x="7976203" y="117728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</p:grpSp>
      <p:sp>
        <p:nvSpPr>
          <p:cNvPr id="57" name="CustomShape 8">
            <a:extLst>
              <a:ext uri="{FF2B5EF4-FFF2-40B4-BE49-F238E27FC236}">
                <a16:creationId xmlns:a16="http://schemas.microsoft.com/office/drawing/2014/main" id="{D798A839-FA43-43D6-9B44-013BA7192AA1}"/>
              </a:ext>
            </a:extLst>
          </p:cNvPr>
          <p:cNvSpPr/>
          <p:nvPr/>
        </p:nvSpPr>
        <p:spPr>
          <a:xfrm>
            <a:off x="4997630" y="2641531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58" name="CustomShape 8">
            <a:extLst>
              <a:ext uri="{FF2B5EF4-FFF2-40B4-BE49-F238E27FC236}">
                <a16:creationId xmlns:a16="http://schemas.microsoft.com/office/drawing/2014/main" id="{F5AC420F-1776-463C-8A04-434D48B15D33}"/>
              </a:ext>
            </a:extLst>
          </p:cNvPr>
          <p:cNvSpPr/>
          <p:nvPr/>
        </p:nvSpPr>
        <p:spPr>
          <a:xfrm>
            <a:off x="6363658" y="2632443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1CF6A8E-81FC-43B5-91CD-15C96B3711AD}"/>
              </a:ext>
            </a:extLst>
          </p:cNvPr>
          <p:cNvGrpSpPr/>
          <p:nvPr/>
        </p:nvGrpSpPr>
        <p:grpSpPr>
          <a:xfrm>
            <a:off x="1846518" y="4317636"/>
            <a:ext cx="5750763" cy="489936"/>
            <a:chOff x="1963773" y="1577028"/>
            <a:chExt cx="5750763" cy="489936"/>
          </a:xfrm>
        </p:grpSpPr>
        <p:sp>
          <p:nvSpPr>
            <p:cNvPr id="61" name="CustomShape 24">
              <a:extLst>
                <a:ext uri="{FF2B5EF4-FFF2-40B4-BE49-F238E27FC236}">
                  <a16:creationId xmlns:a16="http://schemas.microsoft.com/office/drawing/2014/main" id="{53FCD6D3-9AD4-4E4D-8472-F54472750528}"/>
                </a:ext>
              </a:extLst>
            </p:cNvPr>
            <p:cNvSpPr/>
            <p:nvPr/>
          </p:nvSpPr>
          <p:spPr>
            <a:xfrm>
              <a:off x="1963773" y="159415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0B78FDD-639E-4C75-BDED-5733B237707E}"/>
                </a:ext>
              </a:extLst>
            </p:cNvPr>
            <p:cNvGrpSpPr/>
            <p:nvPr/>
          </p:nvGrpSpPr>
          <p:grpSpPr>
            <a:xfrm>
              <a:off x="3141326" y="1577028"/>
              <a:ext cx="4573210" cy="489936"/>
              <a:chOff x="3141326" y="1577028"/>
              <a:chExt cx="4573210" cy="489936"/>
            </a:xfrm>
          </p:grpSpPr>
          <p:sp>
            <p:nvSpPr>
              <p:cNvPr id="63" name="CustomShape 15">
                <a:extLst>
                  <a:ext uri="{FF2B5EF4-FFF2-40B4-BE49-F238E27FC236}">
                    <a16:creationId xmlns:a16="http://schemas.microsoft.com/office/drawing/2014/main" id="{8CC10D8F-E662-40FF-B96F-632AFB9532F3}"/>
                  </a:ext>
                </a:extLst>
              </p:cNvPr>
              <p:cNvSpPr/>
              <p:nvPr/>
            </p:nvSpPr>
            <p:spPr>
              <a:xfrm>
                <a:off x="5454077" y="1577836"/>
                <a:ext cx="1031759" cy="48912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Nikon</a:t>
                </a:r>
              </a:p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4" name="CustomShape 8">
                <a:extLst>
                  <a:ext uri="{FF2B5EF4-FFF2-40B4-BE49-F238E27FC236}">
                    <a16:creationId xmlns:a16="http://schemas.microsoft.com/office/drawing/2014/main" id="{DC61F9FB-ACE8-41DA-B31A-550723C32288}"/>
                  </a:ext>
                </a:extLst>
              </p:cNvPr>
              <p:cNvSpPr/>
              <p:nvPr/>
            </p:nvSpPr>
            <p:spPr>
              <a:xfrm>
                <a:off x="4309019" y="1577836"/>
                <a:ext cx="101251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5" name="CustomShape 15">
                <a:extLst>
                  <a:ext uri="{FF2B5EF4-FFF2-40B4-BE49-F238E27FC236}">
                    <a16:creationId xmlns:a16="http://schemas.microsoft.com/office/drawing/2014/main" id="{C3CD25CC-7DB8-4D0B-86FE-9377D8AA4106}"/>
                  </a:ext>
                </a:extLst>
              </p:cNvPr>
              <p:cNvSpPr/>
              <p:nvPr/>
            </p:nvSpPr>
            <p:spPr>
              <a:xfrm>
                <a:off x="6686355" y="1577028"/>
                <a:ext cx="1028181" cy="474753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66" name="CustomShape 8">
                <a:extLst>
                  <a:ext uri="{FF2B5EF4-FFF2-40B4-BE49-F238E27FC236}">
                    <a16:creationId xmlns:a16="http://schemas.microsoft.com/office/drawing/2014/main" id="{9F0A6602-DFCC-4E1C-8AAF-B741A559F22A}"/>
                  </a:ext>
                </a:extLst>
              </p:cNvPr>
              <p:cNvSpPr/>
              <p:nvPr/>
            </p:nvSpPr>
            <p:spPr>
              <a:xfrm>
                <a:off x="3141326" y="1583042"/>
                <a:ext cx="1031760" cy="464863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EMAC</a:t>
                </a:r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DDE8890-8368-4050-AA15-67C3B6ED0FA0}"/>
              </a:ext>
            </a:extLst>
          </p:cNvPr>
          <p:cNvGrpSpPr/>
          <p:nvPr/>
        </p:nvGrpSpPr>
        <p:grpSpPr>
          <a:xfrm>
            <a:off x="1846518" y="3699484"/>
            <a:ext cx="5751316" cy="478788"/>
            <a:chOff x="1961861" y="936270"/>
            <a:chExt cx="5751316" cy="478788"/>
          </a:xfrm>
        </p:grpSpPr>
        <p:sp>
          <p:nvSpPr>
            <p:cNvPr id="68" name="CustomShape 8">
              <a:extLst>
                <a:ext uri="{FF2B5EF4-FFF2-40B4-BE49-F238E27FC236}">
                  <a16:creationId xmlns:a16="http://schemas.microsoft.com/office/drawing/2014/main" id="{AEAB1A64-5AA7-4050-B2B5-DF1EB16ADEBA}"/>
                </a:ext>
              </a:extLst>
            </p:cNvPr>
            <p:cNvSpPr/>
            <p:nvPr/>
          </p:nvSpPr>
          <p:spPr>
            <a:xfrm>
              <a:off x="1961861" y="936270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2" name="CustomShape 8">
              <a:extLst>
                <a:ext uri="{FF2B5EF4-FFF2-40B4-BE49-F238E27FC236}">
                  <a16:creationId xmlns:a16="http://schemas.microsoft.com/office/drawing/2014/main" id="{F580071E-2B18-4C88-A14A-DED8BFE56ADC}"/>
                </a:ext>
              </a:extLst>
            </p:cNvPr>
            <p:cNvSpPr/>
            <p:nvPr/>
          </p:nvSpPr>
          <p:spPr>
            <a:xfrm>
              <a:off x="3125816" y="939643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73" name="CustomShape 8">
              <a:extLst>
                <a:ext uri="{FF2B5EF4-FFF2-40B4-BE49-F238E27FC236}">
                  <a16:creationId xmlns:a16="http://schemas.microsoft.com/office/drawing/2014/main" id="{2A67C791-6F55-47C7-B1A6-7B46FB58B437}"/>
                </a:ext>
              </a:extLst>
            </p:cNvPr>
            <p:cNvSpPr/>
            <p:nvPr/>
          </p:nvSpPr>
          <p:spPr>
            <a:xfrm>
              <a:off x="5441757" y="943439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74" name="CustomShape 8">
              <a:extLst>
                <a:ext uri="{FF2B5EF4-FFF2-40B4-BE49-F238E27FC236}">
                  <a16:creationId xmlns:a16="http://schemas.microsoft.com/office/drawing/2014/main" id="{2B228454-BCB9-489B-B719-40B8584D671E}"/>
                </a:ext>
              </a:extLst>
            </p:cNvPr>
            <p:cNvSpPr/>
            <p:nvPr/>
          </p:nvSpPr>
          <p:spPr>
            <a:xfrm>
              <a:off x="6684443" y="936270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75" name="CustomShape 8">
              <a:extLst>
                <a:ext uri="{FF2B5EF4-FFF2-40B4-BE49-F238E27FC236}">
                  <a16:creationId xmlns:a16="http://schemas.microsoft.com/office/drawing/2014/main" id="{F8370D72-890A-416C-8661-621C2D086D65}"/>
                </a:ext>
              </a:extLst>
            </p:cNvPr>
            <p:cNvSpPr/>
            <p:nvPr/>
          </p:nvSpPr>
          <p:spPr>
            <a:xfrm>
              <a:off x="4289771" y="936271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729B-986F-4361-8441-2202045AB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sp>
        <p:nvSpPr>
          <p:cNvPr id="93" name="CustomShape 1">
            <a:extLst>
              <a:ext uri="{FF2B5EF4-FFF2-40B4-BE49-F238E27FC236}">
                <a16:creationId xmlns:a16="http://schemas.microsoft.com/office/drawing/2014/main" id="{F2BD7EF1-9939-4343-B882-9BB7D2B6DE8E}"/>
              </a:ext>
            </a:extLst>
          </p:cNvPr>
          <p:cNvSpPr/>
          <p:nvPr/>
        </p:nvSpPr>
        <p:spPr>
          <a:xfrm>
            <a:off x="187288" y="5244360"/>
            <a:ext cx="9584148" cy="100516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OS Kernel</a:t>
            </a:r>
            <a:endParaRPr lang="en-IN" spc="-2" dirty="0">
              <a:latin typeface="Arial"/>
            </a:endParaRPr>
          </a:p>
        </p:txBody>
      </p:sp>
      <p:sp>
        <p:nvSpPr>
          <p:cNvPr id="94" name="CustomShape 3">
            <a:extLst>
              <a:ext uri="{FF2B5EF4-FFF2-40B4-BE49-F238E27FC236}">
                <a16:creationId xmlns:a16="http://schemas.microsoft.com/office/drawing/2014/main" id="{F396EB7B-63A1-4BA5-B2F2-757577BDD2A9}"/>
              </a:ext>
            </a:extLst>
          </p:cNvPr>
          <p:cNvSpPr/>
          <p:nvPr/>
        </p:nvSpPr>
        <p:spPr>
          <a:xfrm>
            <a:off x="4023266" y="5320681"/>
            <a:ext cx="5543946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Driver Porting Layer (DPL)</a:t>
            </a:r>
            <a:endParaRPr lang="en-IN" sz="1600" spc="-2" dirty="0">
              <a:latin typeface="Arial"/>
            </a:endParaRPr>
          </a:p>
        </p:txBody>
      </p:sp>
      <p:sp>
        <p:nvSpPr>
          <p:cNvPr id="96" name="CustomShape 5">
            <a:extLst>
              <a:ext uri="{FF2B5EF4-FFF2-40B4-BE49-F238E27FC236}">
                <a16:creationId xmlns:a16="http://schemas.microsoft.com/office/drawing/2014/main" id="{59C50511-9CD0-4024-89B9-50BB30830633}"/>
              </a:ext>
            </a:extLst>
          </p:cNvPr>
          <p:cNvSpPr/>
          <p:nvPr/>
        </p:nvSpPr>
        <p:spPr>
          <a:xfrm>
            <a:off x="6795239" y="5789442"/>
            <a:ext cx="2771973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No RTOS</a:t>
            </a:r>
            <a:endParaRPr lang="en-IN" sz="1600" spc="-2" dirty="0">
              <a:latin typeface="Arial"/>
            </a:endParaRPr>
          </a:p>
        </p:txBody>
      </p:sp>
      <p:sp>
        <p:nvSpPr>
          <p:cNvPr id="97" name="CustomShape 6">
            <a:extLst>
              <a:ext uri="{FF2B5EF4-FFF2-40B4-BE49-F238E27FC236}">
                <a16:creationId xmlns:a16="http://schemas.microsoft.com/office/drawing/2014/main" id="{4EC958E8-FC03-4C5C-9647-29B758349B13}"/>
              </a:ext>
            </a:extLst>
          </p:cNvPr>
          <p:cNvSpPr/>
          <p:nvPr/>
        </p:nvSpPr>
        <p:spPr>
          <a:xfrm>
            <a:off x="4022225" y="5789442"/>
            <a:ext cx="2605030" cy="3798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Kernel</a:t>
            </a:r>
            <a:endParaRPr lang="en-IN" sz="1600" spc="-2" dirty="0">
              <a:latin typeface="Arial"/>
            </a:endParaRPr>
          </a:p>
        </p:txBody>
      </p:sp>
      <p:sp>
        <p:nvSpPr>
          <p:cNvPr id="98" name="CustomShape 7">
            <a:extLst>
              <a:ext uri="{FF2B5EF4-FFF2-40B4-BE49-F238E27FC236}">
                <a16:creationId xmlns:a16="http://schemas.microsoft.com/office/drawing/2014/main" id="{BBDFF6FF-96DF-415E-B361-BF5DECAA8CF2}"/>
              </a:ext>
            </a:extLst>
          </p:cNvPr>
          <p:cNvSpPr/>
          <p:nvPr/>
        </p:nvSpPr>
        <p:spPr>
          <a:xfrm>
            <a:off x="1758020" y="5347415"/>
            <a:ext cx="1848136" cy="837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FreeRTOS POSIX </a:t>
            </a:r>
            <a:endParaRPr lang="en-IN" sz="1600" spc="-2" dirty="0">
              <a:latin typeface="Arial"/>
            </a:endParaRPr>
          </a:p>
        </p:txBody>
      </p:sp>
      <p:sp>
        <p:nvSpPr>
          <p:cNvPr id="99" name="CustomShape 8">
            <a:extLst>
              <a:ext uri="{FF2B5EF4-FFF2-40B4-BE49-F238E27FC236}">
                <a16:creationId xmlns:a16="http://schemas.microsoft.com/office/drawing/2014/main" id="{300ACF90-638E-45E4-AA50-B7E85398CF97}"/>
              </a:ext>
            </a:extLst>
          </p:cNvPr>
          <p:cNvSpPr/>
          <p:nvPr/>
        </p:nvSpPr>
        <p:spPr>
          <a:xfrm>
            <a:off x="1782201" y="1106203"/>
            <a:ext cx="1031758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Examples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CustomShape 16">
            <a:extLst>
              <a:ext uri="{FF2B5EF4-FFF2-40B4-BE49-F238E27FC236}">
                <a16:creationId xmlns:a16="http://schemas.microsoft.com/office/drawing/2014/main" id="{4F3D06DA-9050-4F82-9322-CFBBA934B192}"/>
              </a:ext>
            </a:extLst>
          </p:cNvPr>
          <p:cNvSpPr/>
          <p:nvPr/>
        </p:nvSpPr>
        <p:spPr>
          <a:xfrm>
            <a:off x="212852" y="916919"/>
            <a:ext cx="9538445" cy="1425754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Examples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And Demos</a:t>
            </a:r>
            <a:endParaRPr lang="en-IN" spc="-2" dirty="0">
              <a:latin typeface="Arial"/>
            </a:endParaRPr>
          </a:p>
        </p:txBody>
      </p:sp>
      <p:sp>
        <p:nvSpPr>
          <p:cNvPr id="106" name="CustomShape 17">
            <a:extLst>
              <a:ext uri="{FF2B5EF4-FFF2-40B4-BE49-F238E27FC236}">
                <a16:creationId xmlns:a16="http://schemas.microsoft.com/office/drawing/2014/main" id="{A732682E-0FAC-4756-92C6-C873E4A1FBF8}"/>
              </a:ext>
            </a:extLst>
          </p:cNvPr>
          <p:cNvSpPr/>
          <p:nvPr/>
        </p:nvSpPr>
        <p:spPr>
          <a:xfrm>
            <a:off x="11421685" y="914400"/>
            <a:ext cx="1916640" cy="5420132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Tools</a:t>
            </a:r>
            <a:endParaRPr lang="en-IN" spc="-2" dirty="0">
              <a:latin typeface="Arial"/>
            </a:endParaRPr>
          </a:p>
        </p:txBody>
      </p:sp>
      <p:sp>
        <p:nvSpPr>
          <p:cNvPr id="107" name="CustomShape 18">
            <a:extLst>
              <a:ext uri="{FF2B5EF4-FFF2-40B4-BE49-F238E27FC236}">
                <a16:creationId xmlns:a16="http://schemas.microsoft.com/office/drawing/2014/main" id="{18303473-FA0C-4E6A-A716-8B344B585B1F}"/>
              </a:ext>
            </a:extLst>
          </p:cNvPr>
          <p:cNvSpPr/>
          <p:nvPr/>
        </p:nvSpPr>
        <p:spPr>
          <a:xfrm>
            <a:off x="11578825" y="3829020"/>
            <a:ext cx="1602360" cy="4626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SysConfig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CustomShape 19">
            <a:extLst>
              <a:ext uri="{FF2B5EF4-FFF2-40B4-BE49-F238E27FC236}">
                <a16:creationId xmlns:a16="http://schemas.microsoft.com/office/drawing/2014/main" id="{8EDCC865-568A-435E-BF7C-851D917BF793}"/>
              </a:ext>
            </a:extLst>
          </p:cNvPr>
          <p:cNvSpPr/>
          <p:nvPr/>
        </p:nvSpPr>
        <p:spPr>
          <a:xfrm>
            <a:off x="11568385" y="5517597"/>
            <a:ext cx="1602360" cy="725093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Code Composer Studio (CCS)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CustomShape 20">
            <a:extLst>
              <a:ext uri="{FF2B5EF4-FFF2-40B4-BE49-F238E27FC236}">
                <a16:creationId xmlns:a16="http://schemas.microsoft.com/office/drawing/2014/main" id="{A0D9FC60-4F5B-4105-8563-5EFE48BD0569}"/>
              </a:ext>
            </a:extLst>
          </p:cNvPr>
          <p:cNvSpPr/>
          <p:nvPr/>
        </p:nvSpPr>
        <p:spPr>
          <a:xfrm>
            <a:off x="11568385" y="4635040"/>
            <a:ext cx="1602360" cy="6213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CLANG Compiler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CustomShape 21">
            <a:extLst>
              <a:ext uri="{FF2B5EF4-FFF2-40B4-BE49-F238E27FC236}">
                <a16:creationId xmlns:a16="http://schemas.microsoft.com/office/drawing/2014/main" id="{09D8FDC2-2E2B-4C96-9E1C-41CEC48BD62A}"/>
              </a:ext>
            </a:extLst>
          </p:cNvPr>
          <p:cNvSpPr/>
          <p:nvPr/>
        </p:nvSpPr>
        <p:spPr>
          <a:xfrm>
            <a:off x="11557618" y="2593004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TI Resource Explorer (TIREX)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CustomShape 22">
            <a:extLst>
              <a:ext uri="{FF2B5EF4-FFF2-40B4-BE49-F238E27FC236}">
                <a16:creationId xmlns:a16="http://schemas.microsoft.com/office/drawing/2014/main" id="{EB428E7A-3FA5-49EF-BD88-DE4809590EBB}"/>
              </a:ext>
            </a:extLst>
          </p:cNvPr>
          <p:cNvSpPr/>
          <p:nvPr/>
        </p:nvSpPr>
        <p:spPr>
          <a:xfrm>
            <a:off x="187287" y="6415218"/>
            <a:ext cx="9584149" cy="5369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ARM A53, ARM R5F, ARM M4F + SOC peripherals + EVM peripherals</a:t>
            </a:r>
            <a:endParaRPr lang="en-IN" sz="1600" spc="-2" dirty="0">
              <a:latin typeface="Arial"/>
            </a:endParaRPr>
          </a:p>
        </p:txBody>
      </p:sp>
      <p:sp>
        <p:nvSpPr>
          <p:cNvPr id="112" name="CustomShape 23">
            <a:extLst>
              <a:ext uri="{FF2B5EF4-FFF2-40B4-BE49-F238E27FC236}">
                <a16:creationId xmlns:a16="http://schemas.microsoft.com/office/drawing/2014/main" id="{03A1A3BF-D144-4FDC-942A-8AA5E0B37952}"/>
              </a:ext>
            </a:extLst>
          </p:cNvPr>
          <p:cNvSpPr/>
          <p:nvPr/>
        </p:nvSpPr>
        <p:spPr>
          <a:xfrm>
            <a:off x="11421685" y="6427819"/>
            <a:ext cx="1916640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X86 Host (Windows / Linux)</a:t>
            </a:r>
            <a:endParaRPr lang="en-IN" sz="1600" spc="-2" dirty="0">
              <a:latin typeface="Arial"/>
            </a:endParaRPr>
          </a:p>
        </p:txBody>
      </p:sp>
      <p:sp>
        <p:nvSpPr>
          <p:cNvPr id="113" name="CustomShape 24">
            <a:extLst>
              <a:ext uri="{FF2B5EF4-FFF2-40B4-BE49-F238E27FC236}">
                <a16:creationId xmlns:a16="http://schemas.microsoft.com/office/drawing/2014/main" id="{F7FC4F91-0E6E-4B6E-BF07-BC51B5C929A5}"/>
              </a:ext>
            </a:extLst>
          </p:cNvPr>
          <p:cNvSpPr/>
          <p:nvPr/>
        </p:nvSpPr>
        <p:spPr>
          <a:xfrm>
            <a:off x="1783584" y="1711223"/>
            <a:ext cx="1031760" cy="491094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Demos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CustomShape 25">
            <a:extLst>
              <a:ext uri="{FF2B5EF4-FFF2-40B4-BE49-F238E27FC236}">
                <a16:creationId xmlns:a16="http://schemas.microsoft.com/office/drawing/2014/main" id="{DCFBB7F5-443D-4495-A25F-BDA3B199691F}"/>
              </a:ext>
            </a:extLst>
          </p:cNvPr>
          <p:cNvSpPr/>
          <p:nvPr/>
        </p:nvSpPr>
        <p:spPr>
          <a:xfrm>
            <a:off x="11557618" y="1348088"/>
            <a:ext cx="1602360" cy="86256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600" spc="-2" dirty="0">
                <a:solidFill>
                  <a:srgbClr val="FFFFFF"/>
                </a:solidFill>
                <a:latin typeface="Arial"/>
              </a:rPr>
              <a:t>SDK Tools (Flashing, Boot, …)</a:t>
            </a:r>
            <a:endParaRPr lang="en-IN" sz="160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CustomShape 17">
            <a:extLst>
              <a:ext uri="{FF2B5EF4-FFF2-40B4-BE49-F238E27FC236}">
                <a16:creationId xmlns:a16="http://schemas.microsoft.com/office/drawing/2014/main" id="{4291FF05-F6CE-4A38-84EE-58927DBC4826}"/>
              </a:ext>
            </a:extLst>
          </p:cNvPr>
          <p:cNvSpPr/>
          <p:nvPr/>
        </p:nvSpPr>
        <p:spPr>
          <a:xfrm>
            <a:off x="9871525" y="914400"/>
            <a:ext cx="1404368" cy="5420131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Firmware</a:t>
            </a:r>
            <a:endParaRPr lang="en-IN" spc="-2" dirty="0">
              <a:latin typeface="Arial"/>
            </a:endParaRPr>
          </a:p>
        </p:txBody>
      </p:sp>
      <p:sp>
        <p:nvSpPr>
          <p:cNvPr id="52" name="CustomShape 23">
            <a:extLst>
              <a:ext uri="{FF2B5EF4-FFF2-40B4-BE49-F238E27FC236}">
                <a16:creationId xmlns:a16="http://schemas.microsoft.com/office/drawing/2014/main" id="{7BCD0863-F6ED-4DC4-983E-37943352EE5E}"/>
              </a:ext>
            </a:extLst>
          </p:cNvPr>
          <p:cNvSpPr/>
          <p:nvPr/>
        </p:nvSpPr>
        <p:spPr>
          <a:xfrm>
            <a:off x="9871525" y="6427819"/>
            <a:ext cx="1404368" cy="52434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ICSS</a:t>
            </a:r>
            <a:endParaRPr lang="en-IN" sz="1600" spc="-2" dirty="0">
              <a:latin typeface="Arial"/>
            </a:endParaRPr>
          </a:p>
        </p:txBody>
      </p:sp>
      <p:sp>
        <p:nvSpPr>
          <p:cNvPr id="54" name="CustomShape 8">
            <a:extLst>
              <a:ext uri="{FF2B5EF4-FFF2-40B4-BE49-F238E27FC236}">
                <a16:creationId xmlns:a16="http://schemas.microsoft.com/office/drawing/2014/main" id="{12F95B4D-3759-4104-8D58-EAF6518E9F95}"/>
              </a:ext>
            </a:extLst>
          </p:cNvPr>
          <p:cNvSpPr/>
          <p:nvPr/>
        </p:nvSpPr>
        <p:spPr>
          <a:xfrm>
            <a:off x="10041247" y="1315640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EnDat</a:t>
            </a:r>
          </a:p>
        </p:txBody>
      </p:sp>
      <p:sp>
        <p:nvSpPr>
          <p:cNvPr id="55" name="CustomShape 8">
            <a:extLst>
              <a:ext uri="{FF2B5EF4-FFF2-40B4-BE49-F238E27FC236}">
                <a16:creationId xmlns:a16="http://schemas.microsoft.com/office/drawing/2014/main" id="{D3B83D30-7279-4106-8E40-EC7C6D8CAA48}"/>
              </a:ext>
            </a:extLst>
          </p:cNvPr>
          <p:cNvSpPr/>
          <p:nvPr/>
        </p:nvSpPr>
        <p:spPr>
          <a:xfrm>
            <a:off x="10031151" y="1823832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  <a:latin typeface="Arial"/>
              </a:rPr>
              <a:t>Tamagawa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CustomShape 8">
            <a:extLst>
              <a:ext uri="{FF2B5EF4-FFF2-40B4-BE49-F238E27FC236}">
                <a16:creationId xmlns:a16="http://schemas.microsoft.com/office/drawing/2014/main" id="{88B97E17-05DC-49D0-B861-F3FA96A2799E}"/>
              </a:ext>
            </a:extLst>
          </p:cNvPr>
          <p:cNvSpPr/>
          <p:nvPr/>
        </p:nvSpPr>
        <p:spPr>
          <a:xfrm>
            <a:off x="10041247" y="300604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SDFM</a:t>
            </a:r>
          </a:p>
        </p:txBody>
      </p:sp>
      <p:sp>
        <p:nvSpPr>
          <p:cNvPr id="63" name="CustomShape 8">
            <a:extLst>
              <a:ext uri="{FF2B5EF4-FFF2-40B4-BE49-F238E27FC236}">
                <a16:creationId xmlns:a16="http://schemas.microsoft.com/office/drawing/2014/main" id="{7606A0F4-DCD2-4066-9BF4-874B6FC1A482}"/>
              </a:ext>
            </a:extLst>
          </p:cNvPr>
          <p:cNvSpPr/>
          <p:nvPr/>
        </p:nvSpPr>
        <p:spPr>
          <a:xfrm>
            <a:off x="10031151" y="2409306"/>
            <a:ext cx="1114418" cy="370347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HDSL</a:t>
            </a:r>
          </a:p>
        </p:txBody>
      </p:sp>
      <p:sp>
        <p:nvSpPr>
          <p:cNvPr id="71" name="CustomShape 14">
            <a:extLst>
              <a:ext uri="{FF2B5EF4-FFF2-40B4-BE49-F238E27FC236}">
                <a16:creationId xmlns:a16="http://schemas.microsoft.com/office/drawing/2014/main" id="{EBA946F5-D295-4F2E-8D3D-32CB272F98DA}"/>
              </a:ext>
            </a:extLst>
          </p:cNvPr>
          <p:cNvSpPr/>
          <p:nvPr/>
        </p:nvSpPr>
        <p:spPr>
          <a:xfrm>
            <a:off x="187288" y="3650569"/>
            <a:ext cx="9584150" cy="1377720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Drivers and</a:t>
            </a:r>
            <a:endParaRPr lang="en-IN" spc="-2" dirty="0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  <a:ea typeface="DejaVu Sans"/>
              </a:rPr>
              <a:t>HAL</a:t>
            </a:r>
            <a:endParaRPr lang="en-IN" spc="-2" dirty="0">
              <a:latin typeface="Arial"/>
            </a:endParaRPr>
          </a:p>
        </p:txBody>
      </p:sp>
      <p:sp>
        <p:nvSpPr>
          <p:cNvPr id="83" name="CustomShape 15">
            <a:extLst>
              <a:ext uri="{FF2B5EF4-FFF2-40B4-BE49-F238E27FC236}">
                <a16:creationId xmlns:a16="http://schemas.microsoft.com/office/drawing/2014/main" id="{2B3E019C-8EF4-444D-8BD9-35787B4CE89D}"/>
              </a:ext>
            </a:extLst>
          </p:cNvPr>
          <p:cNvSpPr/>
          <p:nvPr/>
        </p:nvSpPr>
        <p:spPr>
          <a:xfrm>
            <a:off x="8772962" y="4153246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CustomShape 8">
            <a:extLst>
              <a:ext uri="{FF2B5EF4-FFF2-40B4-BE49-F238E27FC236}">
                <a16:creationId xmlns:a16="http://schemas.microsoft.com/office/drawing/2014/main" id="{B9B9C38B-2189-4BCB-BA18-0A4C8D7E9AC8}"/>
              </a:ext>
            </a:extLst>
          </p:cNvPr>
          <p:cNvSpPr/>
          <p:nvPr/>
        </p:nvSpPr>
        <p:spPr>
          <a:xfrm>
            <a:off x="10063810" y="3598710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EtherNet/IP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CustomShape 8">
            <a:extLst>
              <a:ext uri="{FF2B5EF4-FFF2-40B4-BE49-F238E27FC236}">
                <a16:creationId xmlns:a16="http://schemas.microsoft.com/office/drawing/2014/main" id="{64360DD5-025B-4378-8504-C84B4FA5AF28}"/>
              </a:ext>
            </a:extLst>
          </p:cNvPr>
          <p:cNvSpPr/>
          <p:nvPr/>
        </p:nvSpPr>
        <p:spPr>
          <a:xfrm>
            <a:off x="10086595" y="4176994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US" sz="1280" spc="-1" dirty="0">
                <a:solidFill>
                  <a:srgbClr val="000000"/>
                </a:solidFill>
                <a:latin typeface="Arial"/>
              </a:rPr>
              <a:t>EtherCAT</a:t>
            </a:r>
            <a:endParaRPr lang="en-IN" sz="128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CustomShape 8">
            <a:extLst>
              <a:ext uri="{FF2B5EF4-FFF2-40B4-BE49-F238E27FC236}">
                <a16:creationId xmlns:a16="http://schemas.microsoft.com/office/drawing/2014/main" id="{32A75533-C752-44D1-9C09-E3E3E9A8E712}"/>
              </a:ext>
            </a:extLst>
          </p:cNvPr>
          <p:cNvSpPr/>
          <p:nvPr/>
        </p:nvSpPr>
        <p:spPr>
          <a:xfrm>
            <a:off x="10072837" y="4722609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sp>
        <p:nvSpPr>
          <p:cNvPr id="46" name="CustomShape 8">
            <a:extLst>
              <a:ext uri="{FF2B5EF4-FFF2-40B4-BE49-F238E27FC236}">
                <a16:creationId xmlns:a16="http://schemas.microsoft.com/office/drawing/2014/main" id="{F14C8740-1E3F-43F2-A90F-7AED10928173}"/>
              </a:ext>
            </a:extLst>
          </p:cNvPr>
          <p:cNvSpPr/>
          <p:nvPr/>
        </p:nvSpPr>
        <p:spPr>
          <a:xfrm>
            <a:off x="10063810" y="5300893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280" spc="-1" dirty="0">
                <a:solidFill>
                  <a:srgbClr val="000000"/>
                </a:solidFill>
                <a:latin typeface="Arial"/>
              </a:rPr>
              <a:t>HSR/PRP</a:t>
            </a:r>
          </a:p>
        </p:txBody>
      </p:sp>
      <p:sp>
        <p:nvSpPr>
          <p:cNvPr id="48" name="CustomShape 8">
            <a:extLst>
              <a:ext uri="{FF2B5EF4-FFF2-40B4-BE49-F238E27FC236}">
                <a16:creationId xmlns:a16="http://schemas.microsoft.com/office/drawing/2014/main" id="{5A281F1F-1FED-41D1-9B89-8CD6235CB383}"/>
              </a:ext>
            </a:extLst>
          </p:cNvPr>
          <p:cNvSpPr/>
          <p:nvPr/>
        </p:nvSpPr>
        <p:spPr>
          <a:xfrm>
            <a:off x="10049159" y="5879177"/>
            <a:ext cx="1049100" cy="370347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ENET MAC/Switch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58EF7226-6D14-4A8E-B761-8CA690FB4693}"/>
              </a:ext>
            </a:extLst>
          </p:cNvPr>
          <p:cNvGrpSpPr/>
          <p:nvPr/>
        </p:nvGrpSpPr>
        <p:grpSpPr>
          <a:xfrm>
            <a:off x="1758019" y="4382105"/>
            <a:ext cx="6945197" cy="538781"/>
            <a:chOff x="1759067" y="4578409"/>
            <a:chExt cx="6945197" cy="538781"/>
          </a:xfrm>
        </p:grpSpPr>
        <p:sp>
          <p:nvSpPr>
            <p:cNvPr id="76" name="CustomShape 4">
              <a:extLst>
                <a:ext uri="{FF2B5EF4-FFF2-40B4-BE49-F238E27FC236}">
                  <a16:creationId xmlns:a16="http://schemas.microsoft.com/office/drawing/2014/main" id="{1B024EA3-0E43-445D-BF88-EC0D5B5DFFBA}"/>
                </a:ext>
              </a:extLst>
            </p:cNvPr>
            <p:cNvSpPr/>
            <p:nvPr/>
          </p:nvSpPr>
          <p:spPr>
            <a:xfrm>
              <a:off x="1759067" y="4609183"/>
              <a:ext cx="1030713" cy="49778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77" name="CustomShape 24">
              <a:extLst>
                <a:ext uri="{FF2B5EF4-FFF2-40B4-BE49-F238E27FC236}">
                  <a16:creationId xmlns:a16="http://schemas.microsoft.com/office/drawing/2014/main" id="{9501D981-880D-4B71-ACBB-2760ECB488F3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8" name="CustomShape 8">
              <a:extLst>
                <a:ext uri="{FF2B5EF4-FFF2-40B4-BE49-F238E27FC236}">
                  <a16:creationId xmlns:a16="http://schemas.microsoft.com/office/drawing/2014/main" id="{490D27A3-6945-406A-BAF2-EFE79C38162A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79" name="CustomShape 24">
              <a:extLst>
                <a:ext uri="{FF2B5EF4-FFF2-40B4-BE49-F238E27FC236}">
                  <a16:creationId xmlns:a16="http://schemas.microsoft.com/office/drawing/2014/main" id="{60A09B32-BD62-4975-9EC3-1FD10D5A8896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0" name="CustomShape 8">
              <a:extLst>
                <a:ext uri="{FF2B5EF4-FFF2-40B4-BE49-F238E27FC236}">
                  <a16:creationId xmlns:a16="http://schemas.microsoft.com/office/drawing/2014/main" id="{26B1E1EE-FCB2-432F-A18E-FA8F842B16F1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84" name="CustomShape 8">
              <a:extLst>
                <a:ext uri="{FF2B5EF4-FFF2-40B4-BE49-F238E27FC236}">
                  <a16:creationId xmlns:a16="http://schemas.microsoft.com/office/drawing/2014/main" id="{927F3F1C-CDA6-404F-9F41-5ABD383A430D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ENET LLD</a:t>
              </a: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D2CA552-C0EA-46FF-8CBA-00556992EAFF}"/>
              </a:ext>
            </a:extLst>
          </p:cNvPr>
          <p:cNvGrpSpPr/>
          <p:nvPr/>
        </p:nvGrpSpPr>
        <p:grpSpPr>
          <a:xfrm>
            <a:off x="1758019" y="3813520"/>
            <a:ext cx="6945197" cy="455152"/>
            <a:chOff x="1759065" y="4007382"/>
            <a:chExt cx="6945197" cy="455152"/>
          </a:xfrm>
        </p:grpSpPr>
        <p:sp>
          <p:nvSpPr>
            <p:cNvPr id="86" name="CustomShape 15">
              <a:extLst>
                <a:ext uri="{FF2B5EF4-FFF2-40B4-BE49-F238E27FC236}">
                  <a16:creationId xmlns:a16="http://schemas.microsoft.com/office/drawing/2014/main" id="{3A564F5B-DC40-45FF-8B10-DCCC5DE7D8E3}"/>
                </a:ext>
              </a:extLst>
            </p:cNvPr>
            <p:cNvSpPr/>
            <p:nvPr/>
          </p:nvSpPr>
          <p:spPr>
            <a:xfrm>
              <a:off x="1759065" y="4012893"/>
              <a:ext cx="1030713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7" name="CustomShape 8">
              <a:extLst>
                <a:ext uri="{FF2B5EF4-FFF2-40B4-BE49-F238E27FC236}">
                  <a16:creationId xmlns:a16="http://schemas.microsoft.com/office/drawing/2014/main" id="{0D80E9EE-F48E-49CE-A252-6C1DF74C2602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88" name="CustomShape 8">
              <a:extLst>
                <a:ext uri="{FF2B5EF4-FFF2-40B4-BE49-F238E27FC236}">
                  <a16:creationId xmlns:a16="http://schemas.microsoft.com/office/drawing/2014/main" id="{E13D227E-6029-4DC5-B0BB-68D71B8D2ED7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89" name="CustomShape 8">
              <a:extLst>
                <a:ext uri="{FF2B5EF4-FFF2-40B4-BE49-F238E27FC236}">
                  <a16:creationId xmlns:a16="http://schemas.microsoft.com/office/drawing/2014/main" id="{600E2B4F-6469-45BF-BFB9-99C8C3A42261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 FW HAL</a:t>
              </a:r>
            </a:p>
          </p:txBody>
        </p:sp>
        <p:sp>
          <p:nvSpPr>
            <p:cNvPr id="90" name="CustomShape 8">
              <a:extLst>
                <a:ext uri="{FF2B5EF4-FFF2-40B4-BE49-F238E27FC236}">
                  <a16:creationId xmlns:a16="http://schemas.microsoft.com/office/drawing/2014/main" id="{51B6AC0E-4960-4B0D-A32D-2DE55843B9E2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 FW HAL</a:t>
              </a:r>
            </a:p>
          </p:txBody>
        </p:sp>
        <p:sp>
          <p:nvSpPr>
            <p:cNvPr id="91" name="CustomShape 8">
              <a:extLst>
                <a:ext uri="{FF2B5EF4-FFF2-40B4-BE49-F238E27FC236}">
                  <a16:creationId xmlns:a16="http://schemas.microsoft.com/office/drawing/2014/main" id="{14161222-74A9-4F70-807B-78DD69EEE3D1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ICSS EMAC</a:t>
              </a:r>
            </a:p>
          </p:txBody>
        </p:sp>
      </p:grpSp>
      <p:sp>
        <p:nvSpPr>
          <p:cNvPr id="92" name="CustomShape 14">
            <a:extLst>
              <a:ext uri="{FF2B5EF4-FFF2-40B4-BE49-F238E27FC236}">
                <a16:creationId xmlns:a16="http://schemas.microsoft.com/office/drawing/2014/main" id="{E1B86C6F-42EE-44F6-AFD0-BB06C39225F2}"/>
              </a:ext>
            </a:extLst>
          </p:cNvPr>
          <p:cNvSpPr/>
          <p:nvPr/>
        </p:nvSpPr>
        <p:spPr>
          <a:xfrm>
            <a:off x="212852" y="2567607"/>
            <a:ext cx="9548093" cy="858028"/>
          </a:xfrm>
          <a:prstGeom prst="rect">
            <a:avLst/>
          </a:prstGeom>
          <a:noFill/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Protocol Stacks </a:t>
            </a:r>
          </a:p>
          <a:p>
            <a:pPr>
              <a:lnSpc>
                <a:spcPct val="100000"/>
              </a:lnSpc>
              <a:buNone/>
            </a:pPr>
            <a:r>
              <a:rPr lang="en-US" spc="-2" dirty="0">
                <a:solidFill>
                  <a:srgbClr val="000000"/>
                </a:solidFill>
                <a:latin typeface="Arial"/>
              </a:rPr>
              <a:t>and Middleware</a:t>
            </a:r>
            <a:endParaRPr lang="en-IN" spc="-2" dirty="0">
              <a:latin typeface="Arial"/>
            </a:endParaRPr>
          </a:p>
        </p:txBody>
      </p:sp>
      <p:sp>
        <p:nvSpPr>
          <p:cNvPr id="118" name="CustomShape 15">
            <a:extLst>
              <a:ext uri="{FF2B5EF4-FFF2-40B4-BE49-F238E27FC236}">
                <a16:creationId xmlns:a16="http://schemas.microsoft.com/office/drawing/2014/main" id="{780414EF-B491-44AD-A87E-D8A46FD90D82}"/>
              </a:ext>
            </a:extLst>
          </p:cNvPr>
          <p:cNvSpPr/>
          <p:nvPr/>
        </p:nvSpPr>
        <p:spPr>
          <a:xfrm>
            <a:off x="2310235" y="2765613"/>
            <a:ext cx="1033751" cy="449641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LwIP</a:t>
            </a:r>
          </a:p>
          <a:p>
            <a:pPr algn="ctr"/>
            <a:r>
              <a:rPr lang="en-US" sz="1280" spc="-2" dirty="0">
                <a:solidFill>
                  <a:srgbClr val="FFFFFF"/>
                </a:solidFill>
                <a:latin typeface="Arial"/>
              </a:rPr>
              <a:t>(TCP/UDP)</a:t>
            </a:r>
            <a:endParaRPr lang="en-IN" sz="1280" spc="-2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CustomShape 8">
            <a:extLst>
              <a:ext uri="{FF2B5EF4-FFF2-40B4-BE49-F238E27FC236}">
                <a16:creationId xmlns:a16="http://schemas.microsoft.com/office/drawing/2014/main" id="{1720BC05-2197-4389-ABE7-96FCD5452B65}"/>
              </a:ext>
            </a:extLst>
          </p:cNvPr>
          <p:cNvSpPr/>
          <p:nvPr/>
        </p:nvSpPr>
        <p:spPr>
          <a:xfrm>
            <a:off x="5951822" y="2760102"/>
            <a:ext cx="97444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IOLINK</a:t>
            </a:r>
          </a:p>
        </p:txBody>
      </p:sp>
      <p:sp>
        <p:nvSpPr>
          <p:cNvPr id="122" name="CustomShape 8">
            <a:extLst>
              <a:ext uri="{FF2B5EF4-FFF2-40B4-BE49-F238E27FC236}">
                <a16:creationId xmlns:a16="http://schemas.microsoft.com/office/drawing/2014/main" id="{B35B38D7-4F69-4C8F-A82B-3D47A11A57CF}"/>
              </a:ext>
            </a:extLst>
          </p:cNvPr>
          <p:cNvSpPr/>
          <p:nvPr/>
        </p:nvSpPr>
        <p:spPr>
          <a:xfrm>
            <a:off x="4716899" y="2760102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EtherNet/IP</a:t>
            </a:r>
          </a:p>
        </p:txBody>
      </p:sp>
      <p:sp>
        <p:nvSpPr>
          <p:cNvPr id="123" name="CustomShape 8">
            <a:extLst>
              <a:ext uri="{FF2B5EF4-FFF2-40B4-BE49-F238E27FC236}">
                <a16:creationId xmlns:a16="http://schemas.microsoft.com/office/drawing/2014/main" id="{56CD9380-8E19-4FB9-90FF-E3C8CEFE4F07}"/>
              </a:ext>
            </a:extLst>
          </p:cNvPr>
          <p:cNvSpPr/>
          <p:nvPr/>
        </p:nvSpPr>
        <p:spPr>
          <a:xfrm>
            <a:off x="3492310" y="2765614"/>
            <a:ext cx="1052746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EtherCAT</a:t>
            </a:r>
          </a:p>
        </p:txBody>
      </p:sp>
      <p:sp>
        <p:nvSpPr>
          <p:cNvPr id="124" name="CustomShape 8">
            <a:extLst>
              <a:ext uri="{FF2B5EF4-FFF2-40B4-BE49-F238E27FC236}">
                <a16:creationId xmlns:a16="http://schemas.microsoft.com/office/drawing/2014/main" id="{DB129941-5968-4FEF-9B22-ED5DD25A457F}"/>
              </a:ext>
            </a:extLst>
          </p:cNvPr>
          <p:cNvSpPr/>
          <p:nvPr/>
        </p:nvSpPr>
        <p:spPr>
          <a:xfrm>
            <a:off x="8359740" y="2770086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000" spc="-2" dirty="0">
                <a:solidFill>
                  <a:srgbClr val="000000"/>
                </a:solidFill>
              </a:rPr>
              <a:t>EtherCAT IOLINK Gateway</a:t>
            </a:r>
          </a:p>
        </p:txBody>
      </p:sp>
      <p:sp>
        <p:nvSpPr>
          <p:cNvPr id="125" name="CustomShape 8">
            <a:extLst>
              <a:ext uri="{FF2B5EF4-FFF2-40B4-BE49-F238E27FC236}">
                <a16:creationId xmlns:a16="http://schemas.microsoft.com/office/drawing/2014/main" id="{94D72AEC-FD63-4528-AED3-33BB05EA8FDA}"/>
              </a:ext>
            </a:extLst>
          </p:cNvPr>
          <p:cNvSpPr/>
          <p:nvPr/>
        </p:nvSpPr>
        <p:spPr>
          <a:xfrm>
            <a:off x="7059735" y="2743615"/>
            <a:ext cx="1073079" cy="449640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Profinet</a:t>
            </a: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D7E9940-E88B-4DF5-8A05-B042DA614BE4}"/>
              </a:ext>
            </a:extLst>
          </p:cNvPr>
          <p:cNvGrpSpPr/>
          <p:nvPr/>
        </p:nvGrpSpPr>
        <p:grpSpPr>
          <a:xfrm>
            <a:off x="2978565" y="1652365"/>
            <a:ext cx="5773454" cy="538781"/>
            <a:chOff x="2930810" y="4578409"/>
            <a:chExt cx="5773454" cy="538781"/>
          </a:xfrm>
        </p:grpSpPr>
        <p:sp>
          <p:nvSpPr>
            <p:cNvPr id="128" name="CustomShape 24">
              <a:extLst>
                <a:ext uri="{FF2B5EF4-FFF2-40B4-BE49-F238E27FC236}">
                  <a16:creationId xmlns:a16="http://schemas.microsoft.com/office/drawing/2014/main" id="{FEA79133-1A9F-46F4-904E-48CA29EEAD64}"/>
                </a:ext>
              </a:extLst>
            </p:cNvPr>
            <p:cNvSpPr/>
            <p:nvPr/>
          </p:nvSpPr>
          <p:spPr>
            <a:xfrm>
              <a:off x="7740435" y="4578409"/>
              <a:ext cx="963829" cy="53877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CustomShape 8">
              <a:extLst>
                <a:ext uri="{FF2B5EF4-FFF2-40B4-BE49-F238E27FC236}">
                  <a16:creationId xmlns:a16="http://schemas.microsoft.com/office/drawing/2014/main" id="{734FC023-5DA4-4516-B9FA-63B9819EBE4C}"/>
                </a:ext>
              </a:extLst>
            </p:cNvPr>
            <p:cNvSpPr/>
            <p:nvPr/>
          </p:nvSpPr>
          <p:spPr>
            <a:xfrm>
              <a:off x="6505903" y="4598961"/>
              <a:ext cx="1093502" cy="50800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133" name="CustomShape 24">
              <a:extLst>
                <a:ext uri="{FF2B5EF4-FFF2-40B4-BE49-F238E27FC236}">
                  <a16:creationId xmlns:a16="http://schemas.microsoft.com/office/drawing/2014/main" id="{572277B0-1A53-4660-BDEE-391E11761B67}"/>
                </a:ext>
              </a:extLst>
            </p:cNvPr>
            <p:cNvSpPr/>
            <p:nvPr/>
          </p:nvSpPr>
          <p:spPr>
            <a:xfrm>
              <a:off x="5400654" y="4609183"/>
              <a:ext cx="963829" cy="50800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</a:rPr>
                <a:t>HSR/PRP</a:t>
              </a:r>
            </a:p>
          </p:txBody>
        </p:sp>
        <p:sp>
          <p:nvSpPr>
            <p:cNvPr id="134" name="CustomShape 8">
              <a:extLst>
                <a:ext uri="{FF2B5EF4-FFF2-40B4-BE49-F238E27FC236}">
                  <a16:creationId xmlns:a16="http://schemas.microsoft.com/office/drawing/2014/main" id="{D9DC5E4D-88D1-42F8-8264-441BF9E70E97}"/>
                </a:ext>
              </a:extLst>
            </p:cNvPr>
            <p:cNvSpPr/>
            <p:nvPr/>
          </p:nvSpPr>
          <p:spPr>
            <a:xfrm>
              <a:off x="4165732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135" name="CustomShape 8">
              <a:extLst>
                <a:ext uri="{FF2B5EF4-FFF2-40B4-BE49-F238E27FC236}">
                  <a16:creationId xmlns:a16="http://schemas.microsoft.com/office/drawing/2014/main" id="{746BFA3E-1D89-4036-BC56-5D175FE0508B}"/>
                </a:ext>
              </a:extLst>
            </p:cNvPr>
            <p:cNvSpPr/>
            <p:nvPr/>
          </p:nvSpPr>
          <p:spPr>
            <a:xfrm>
              <a:off x="2930810" y="4609183"/>
              <a:ext cx="1093502" cy="508005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latin typeface="Arial"/>
                </a:rPr>
                <a:t>ENET ICSSG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C6F2813-0C60-416A-B833-399E76FFC3E0}"/>
              </a:ext>
            </a:extLst>
          </p:cNvPr>
          <p:cNvGrpSpPr/>
          <p:nvPr/>
        </p:nvGrpSpPr>
        <p:grpSpPr>
          <a:xfrm>
            <a:off x="2988897" y="1083780"/>
            <a:ext cx="5763122" cy="455152"/>
            <a:chOff x="2941140" y="4007382"/>
            <a:chExt cx="5763122" cy="455152"/>
          </a:xfrm>
        </p:grpSpPr>
        <p:sp>
          <p:nvSpPr>
            <p:cNvPr id="139" name="CustomShape 8">
              <a:extLst>
                <a:ext uri="{FF2B5EF4-FFF2-40B4-BE49-F238E27FC236}">
                  <a16:creationId xmlns:a16="http://schemas.microsoft.com/office/drawing/2014/main" id="{CAA8C7CB-63A7-4653-A01F-117EC1A07963}"/>
                </a:ext>
              </a:extLst>
            </p:cNvPr>
            <p:cNvSpPr/>
            <p:nvPr/>
          </p:nvSpPr>
          <p:spPr>
            <a:xfrm>
              <a:off x="7745735" y="4007382"/>
              <a:ext cx="958527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140" name="CustomShape 8">
              <a:extLst>
                <a:ext uri="{FF2B5EF4-FFF2-40B4-BE49-F238E27FC236}">
                  <a16:creationId xmlns:a16="http://schemas.microsoft.com/office/drawing/2014/main" id="{D6ED9DFE-9A05-46E1-BA74-B92F982665D1}"/>
                </a:ext>
              </a:extLst>
            </p:cNvPr>
            <p:cNvSpPr/>
            <p:nvPr/>
          </p:nvSpPr>
          <p:spPr>
            <a:xfrm>
              <a:off x="6505901" y="4007382"/>
              <a:ext cx="1099375" cy="44964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141" name="CustomShape 8">
              <a:extLst>
                <a:ext uri="{FF2B5EF4-FFF2-40B4-BE49-F238E27FC236}">
                  <a16:creationId xmlns:a16="http://schemas.microsoft.com/office/drawing/2014/main" id="{407A7F7D-4E0E-4FC8-BB37-76988E47DABA}"/>
                </a:ext>
              </a:extLst>
            </p:cNvPr>
            <p:cNvSpPr/>
            <p:nvPr/>
          </p:nvSpPr>
          <p:spPr>
            <a:xfrm>
              <a:off x="5400652" y="4007382"/>
              <a:ext cx="971585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142" name="CustomShape 8">
              <a:extLst>
                <a:ext uri="{FF2B5EF4-FFF2-40B4-BE49-F238E27FC236}">
                  <a16:creationId xmlns:a16="http://schemas.microsoft.com/office/drawing/2014/main" id="{84F12E88-D8B0-41DD-AAA0-7C765BE9231D}"/>
                </a:ext>
              </a:extLst>
            </p:cNvPr>
            <p:cNvSpPr/>
            <p:nvPr/>
          </p:nvSpPr>
          <p:spPr>
            <a:xfrm>
              <a:off x="4165730" y="4007382"/>
              <a:ext cx="106992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143" name="CustomShape 8">
              <a:extLst>
                <a:ext uri="{FF2B5EF4-FFF2-40B4-BE49-F238E27FC236}">
                  <a16:creationId xmlns:a16="http://schemas.microsoft.com/office/drawing/2014/main" id="{AAC5AF2A-84B7-43F3-A5CE-ADD5098DED6B}"/>
                </a:ext>
              </a:extLst>
            </p:cNvPr>
            <p:cNvSpPr/>
            <p:nvPr/>
          </p:nvSpPr>
          <p:spPr>
            <a:xfrm>
              <a:off x="2941140" y="4012894"/>
              <a:ext cx="104965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</p:grpSp>
      <p:sp>
        <p:nvSpPr>
          <p:cNvPr id="144" name="CustomShape 15">
            <a:extLst>
              <a:ext uri="{FF2B5EF4-FFF2-40B4-BE49-F238E27FC236}">
                <a16:creationId xmlns:a16="http://schemas.microsoft.com/office/drawing/2014/main" id="{299AB4A1-1ECC-4566-97EE-42078E96CD6C}"/>
              </a:ext>
            </a:extLst>
          </p:cNvPr>
          <p:cNvSpPr/>
          <p:nvPr/>
        </p:nvSpPr>
        <p:spPr>
          <a:xfrm>
            <a:off x="8798527" y="1414111"/>
            <a:ext cx="924740" cy="372366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US" sz="1280" spc="-2" dirty="0">
                <a:solidFill>
                  <a:srgbClr val="000000"/>
                </a:solidFill>
              </a:rPr>
              <a:t>RTLibs</a:t>
            </a:r>
            <a:endParaRPr lang="en-IN" sz="1280" spc="-2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CustomShape 7">
            <a:extLst>
              <a:ext uri="{FF2B5EF4-FFF2-40B4-BE49-F238E27FC236}">
                <a16:creationId xmlns:a16="http://schemas.microsoft.com/office/drawing/2014/main" id="{BB3FA86B-6B57-4998-BC85-CE99B344458F}"/>
              </a:ext>
            </a:extLst>
          </p:cNvPr>
          <p:cNvSpPr/>
          <p:nvPr/>
        </p:nvSpPr>
        <p:spPr>
          <a:xfrm>
            <a:off x="3490233" y="7053205"/>
            <a:ext cx="1660156" cy="514877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600" spc="-2" dirty="0">
                <a:solidFill>
                  <a:srgbClr val="FFFFFF"/>
                </a:solidFill>
                <a:latin typeface="Arial"/>
                <a:ea typeface="DejaVu Sans"/>
              </a:rPr>
              <a:t>MCU+ SDK </a:t>
            </a:r>
            <a:endParaRPr lang="en-IN" sz="1600" spc="-2" dirty="0">
              <a:latin typeface="Arial"/>
            </a:endParaRPr>
          </a:p>
        </p:txBody>
      </p:sp>
      <p:sp>
        <p:nvSpPr>
          <p:cNvPr id="70" name="CustomShape 15">
            <a:extLst>
              <a:ext uri="{FF2B5EF4-FFF2-40B4-BE49-F238E27FC236}">
                <a16:creationId xmlns:a16="http://schemas.microsoft.com/office/drawing/2014/main" id="{E530FBC4-6900-4127-8B65-D2216E344D47}"/>
              </a:ext>
            </a:extLst>
          </p:cNvPr>
          <p:cNvSpPr/>
          <p:nvPr/>
        </p:nvSpPr>
        <p:spPr>
          <a:xfrm>
            <a:off x="8435612" y="7053205"/>
            <a:ext cx="1782416" cy="509528"/>
          </a:xfrm>
          <a:prstGeom prst="rect">
            <a:avLst/>
          </a:prstGeom>
          <a:solidFill>
            <a:srgbClr val="00B0F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/>
            <a:r>
              <a:rPr lang="en-IN" sz="1280" spc="-2" dirty="0">
                <a:solidFill>
                  <a:srgbClr val="000000"/>
                </a:solidFill>
                <a:latin typeface="Arial"/>
              </a:rPr>
              <a:t>Motor Control SDK</a:t>
            </a:r>
          </a:p>
        </p:txBody>
      </p:sp>
      <p:sp>
        <p:nvSpPr>
          <p:cNvPr id="72" name="CustomShape 15">
            <a:extLst>
              <a:ext uri="{FF2B5EF4-FFF2-40B4-BE49-F238E27FC236}">
                <a16:creationId xmlns:a16="http://schemas.microsoft.com/office/drawing/2014/main" id="{E6619F07-76DD-41B9-B007-F8430F73E224}"/>
              </a:ext>
            </a:extLst>
          </p:cNvPr>
          <p:cNvSpPr/>
          <p:nvPr/>
        </p:nvSpPr>
        <p:spPr>
          <a:xfrm>
            <a:off x="5901793" y="7039408"/>
            <a:ext cx="1782415" cy="509528"/>
          </a:xfrm>
          <a:prstGeom prst="rect">
            <a:avLst/>
          </a:prstGeom>
          <a:solidFill>
            <a:srgbClr val="92D050"/>
          </a:solidFill>
          <a:ln>
            <a:noFill/>
          </a:ln>
          <a:effectLst>
            <a:outerShdw blurRad="50760" dist="37674" dir="2700000" algn="tl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56250" tIns="28125" rIns="56250" bIns="28125" anchor="ctr">
            <a:noAutofit/>
          </a:bodyPr>
          <a:lstStyle/>
          <a:p>
            <a:pPr algn="ctr"/>
            <a:r>
              <a:rPr lang="en-IN" sz="1100" spc="-1" dirty="0">
                <a:solidFill>
                  <a:srgbClr val="000000"/>
                </a:solidFill>
                <a:latin typeface="Arial"/>
              </a:rPr>
              <a:t>Industrial Communications SDK</a:t>
            </a:r>
          </a:p>
        </p:txBody>
      </p:sp>
    </p:spTree>
    <p:extLst>
      <p:ext uri="{BB962C8B-B14F-4D97-AF65-F5344CB8AC3E}">
        <p14:creationId xmlns:p14="http://schemas.microsoft.com/office/powerpoint/2010/main" val="957242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3A0F9E4-27E3-4635-AA9C-771DC0339932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1EE412-EA5D-44E4-A4DB-35EEA3DCCF0F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B2BD7B3-BC9F-44EF-9E85-400FA10D1575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FC42128-0E83-4C51-9F9B-2F3ACE595749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94CC912-E49B-4A6E-9064-840A8A09749D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9D9EBEE-936F-42EA-98AF-C31863A7FA8D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1AFDEDD-2BE2-4FA7-9ECC-D8D7E3F3E4BA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86B4ECD-7886-4851-B61C-478471DF8B68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FD961F2-DB9E-4A69-81BC-22C1AA665118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90879E4-7BAD-4097-BD75-952D0D1FA397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93E4C6B-273B-4B7E-B3B4-A82385ECEEDF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D261FCBA-BF90-4821-BEE0-C18D8B536D2D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6F129CE7-45CA-40A9-9E09-51A51F0ED3F8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CAA6029E-859D-4440-A726-74EBF17748CF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01322BA-6C7C-485D-A7A6-2545417D68DA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50786EA-161D-439A-923D-01752AFFB35A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0D0AF8-BDB9-4160-B36F-F47545FDE958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3F363F-8BBB-436C-A11F-35FEE348B391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5F7CB5AE-0B76-474E-9E26-0484B942AE2B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F5DAA941-7F7D-46E5-AF91-8FE745B607D5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FFD4518-97ED-4320-95F8-4CA157F59A7F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B9A06AF-48FF-4241-BD8E-6A6B0D588FA1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44AB1B13-F3DA-4225-B1BB-327EBF3707AA}"/>
                  </a:ext>
                </a:extLst>
              </p:cNvPr>
              <p:cNvCxnSpPr>
                <a:stCxn id="5" idx="6"/>
                <a:endCxn id="11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9A0436B0-474A-45C4-BF99-80B3E48E882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25BAF95-62F8-4402-B221-6CE70C88AD2E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D2EFE4E-F8CC-4BC5-9080-906D21E75616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08E56BA-960E-444C-A2CD-0BA8446020A1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3E5EC68-57F7-4D2A-AD3C-0C75C0A8AE43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90B44CC-5FEE-49FA-ADE8-5617458FBD92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46A39EC-FD78-43B3-A0EC-1F48B77F7D5A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6CE95B6-3952-4CD2-8AA6-3FDA34A73D5B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80DCBD2D-D410-4680-AC23-8D318D379B9F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0C84CFB-D164-4A29-83D3-886EA3467BF6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E105BC9-2A65-42CD-B710-A43BAC7FB353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3" name="Connector: Curved 42">
                <a:extLst>
                  <a:ext uri="{FF2B5EF4-FFF2-40B4-BE49-F238E27FC236}">
                    <a16:creationId xmlns:a16="http://schemas.microsoft.com/office/drawing/2014/main" id="{D22D98F0-FF36-4499-82AB-0F66CE3DEF31}"/>
                  </a:ext>
                </a:extLst>
              </p:cNvPr>
              <p:cNvCxnSpPr>
                <a:stCxn id="8" idx="1"/>
                <a:endCxn id="5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nector: Curved 44">
                <a:extLst>
                  <a:ext uri="{FF2B5EF4-FFF2-40B4-BE49-F238E27FC236}">
                    <a16:creationId xmlns:a16="http://schemas.microsoft.com/office/drawing/2014/main" id="{32444198-6880-406C-8CD1-10493F159DE9}"/>
                  </a:ext>
                </a:extLst>
              </p:cNvPr>
              <p:cNvCxnSpPr>
                <a:cxnSpLocks/>
                <a:stCxn id="12" idx="1"/>
                <a:endCxn id="5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E7907EC-D030-430F-8CFF-5DB2B33B70C8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52" name="Connector: Curved 51">
                <a:extLst>
                  <a:ext uri="{FF2B5EF4-FFF2-40B4-BE49-F238E27FC236}">
                    <a16:creationId xmlns:a16="http://schemas.microsoft.com/office/drawing/2014/main" id="{9799F668-8A01-4CF5-9AFB-7C7800EEF99C}"/>
                  </a:ext>
                </a:extLst>
              </p:cNvPr>
              <p:cNvCxnSpPr>
                <a:stCxn id="16" idx="1"/>
                <a:endCxn id="15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BDE92BA-9EC0-4316-A091-4A99EA87EEF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2" name="Left Brace 1">
                <a:extLst>
                  <a:ext uri="{FF2B5EF4-FFF2-40B4-BE49-F238E27FC236}">
                    <a16:creationId xmlns:a16="http://schemas.microsoft.com/office/drawing/2014/main" id="{B38D6E13-8DF2-4958-A4C3-8FCE9D841017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" name="Connector: Curved 3">
                <a:extLst>
                  <a:ext uri="{FF2B5EF4-FFF2-40B4-BE49-F238E27FC236}">
                    <a16:creationId xmlns:a16="http://schemas.microsoft.com/office/drawing/2014/main" id="{B5C60F33-2640-4947-8BA4-121FE6FB53C3}"/>
                  </a:ext>
                </a:extLst>
              </p:cNvPr>
              <p:cNvCxnSpPr>
                <a:stCxn id="12" idx="5"/>
                <a:endCxn id="12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Curved 28">
                <a:extLst>
                  <a:ext uri="{FF2B5EF4-FFF2-40B4-BE49-F238E27FC236}">
                    <a16:creationId xmlns:a16="http://schemas.microsoft.com/office/drawing/2014/main" id="{3C9E206B-408D-4AFC-8D2B-89B917FB8191}"/>
                  </a:ext>
                </a:extLst>
              </p:cNvPr>
              <p:cNvCxnSpPr>
                <a:stCxn id="14" idx="5"/>
                <a:endCxn id="14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3517B57-164B-4E1C-9DF3-2F4F2334E0FD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8B9B9D8-FDAF-4976-8C2A-DF4A8AC2DB9E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ED925D7-3963-478D-ACF6-7B9CD378F3E3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E12E829-81AF-488E-AD8F-4698353ABE89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A900439-371D-4283-8EBA-2B9E1F0D8C45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DEC4178-327A-47FB-893B-B053BDF7C369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35" name="Title 34">
            <a:extLst>
              <a:ext uri="{FF2B5EF4-FFF2-40B4-BE49-F238E27FC236}">
                <a16:creationId xmlns:a16="http://schemas.microsoft.com/office/drawing/2014/main" id="{026C72EB-A5B7-4F89-9DA7-C2E3ACCB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691109"/>
          </a:xfrm>
        </p:spPr>
        <p:txBody>
          <a:bodyPr/>
          <a:lstStyle/>
          <a:p>
            <a:r>
              <a:rPr lang="en-US" dirty="0">
                <a:solidFill>
                  <a:srgbClr val="DE0000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2536151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K3-Template</Template>
  <TotalTime>11627</TotalTime>
  <Words>952</Words>
  <Application>Microsoft Office PowerPoint</Application>
  <PresentationFormat>Custom</PresentationFormat>
  <Paragraphs>406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DejaVu Sans</vt:lpstr>
      <vt:lpstr>Arial</vt:lpstr>
      <vt:lpstr>Calibri</vt:lpstr>
      <vt:lpstr>Symbol</vt:lpstr>
      <vt:lpstr>Wingdings</vt:lpstr>
      <vt:lpstr>Office Theme</vt:lpstr>
      <vt:lpstr>Motor Control SDK | Component Mapping for AM243x</vt:lpstr>
      <vt:lpstr>Motor Control SDK | Component Mapping for AM263x</vt:lpstr>
      <vt:lpstr>Motor Control SDK | Component Mapping for AM263x</vt:lpstr>
      <vt:lpstr>Motor Control SDK | Component Mapping for AM263Px</vt:lpstr>
      <vt:lpstr>Motor Control SDK | Component Mapping for AM261x</vt:lpstr>
      <vt:lpstr>Motor Control SDK | Component Mapping for AM64x</vt:lpstr>
      <vt:lpstr>HDSL State Machine</vt:lpstr>
    </vt:vector>
  </TitlesOfParts>
  <Company>Texas Instruments Incorporated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K3 UDMA</dc:title>
  <dc:subject/>
  <dc:creator>Chitnis, Kedar</dc:creator>
  <cp:keywords>Keystone 3</cp:keywords>
  <dc:description/>
  <cp:lastModifiedBy>Khandla, Dhaval</cp:lastModifiedBy>
  <cp:revision>2259</cp:revision>
  <dcterms:created xsi:type="dcterms:W3CDTF">2016-05-17T23:12:28Z</dcterms:created>
  <dcterms:modified xsi:type="dcterms:W3CDTF">2024-12-31T09:14:53Z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0x010100EDF39002100AED4881FF84EF59C3C9C1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Custom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52</vt:i4>
  </property>
  <property fmtid="{D5CDD505-2E9C-101B-9397-08002B2CF9AE}" pid="12" name="category">
    <vt:lpwstr>K3</vt:lpwstr>
  </property>
</Properties>
</file>