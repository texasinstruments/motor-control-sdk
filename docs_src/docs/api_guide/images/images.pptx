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4" r:id="rId2"/>
    <p:sldId id="287" r:id="rId3"/>
    <p:sldId id="290" r:id="rId4"/>
    <p:sldId id="288" r:id="rId5"/>
    <p:sldId id="289" r:id="rId6"/>
  </p:sldIdLst>
  <p:sldSz cx="14630400" cy="82296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DE0000"/>
    <a:srgbClr val="EF8383"/>
    <a:srgbClr val="F4AFAF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797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6" y="1258172"/>
            <a:ext cx="13548360" cy="5935118"/>
          </a:xfrm>
        </p:spPr>
        <p:txBody>
          <a:bodyPr/>
          <a:lstStyle>
            <a:lvl1pPr>
              <a:spcBef>
                <a:spcPts val="1067"/>
              </a:spcBef>
              <a:defRPr/>
            </a:lvl1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7888F-6AF7-4263-B69D-592D8C33BAC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5" name="Picture 27" descr="ti_logo_powerpoint_1_lin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726979" y="7651622"/>
            <a:ext cx="2499782" cy="309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8870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1"/>
          <p:cNvSpPr/>
          <p:nvPr/>
        </p:nvSpPr>
        <p:spPr>
          <a:xfrm>
            <a:off x="0" y="7589520"/>
            <a:ext cx="14084640" cy="546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" name="CustomShape 2"/>
          <p:cNvSpPr/>
          <p:nvPr/>
        </p:nvSpPr>
        <p:spPr>
          <a:xfrm>
            <a:off x="66960" y="7589520"/>
            <a:ext cx="13982040" cy="546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2" name="Group 3"/>
          <p:cNvGrpSpPr/>
          <p:nvPr/>
        </p:nvGrpSpPr>
        <p:grpSpPr>
          <a:xfrm>
            <a:off x="-30240" y="7589520"/>
            <a:ext cx="14079600" cy="619560"/>
            <a:chOff x="-30240" y="7589520"/>
            <a:chExt cx="14079600" cy="619560"/>
          </a:xfrm>
        </p:grpSpPr>
        <p:sp>
          <p:nvSpPr>
            <p:cNvPr id="3" name="CustomShape 4"/>
            <p:cNvSpPr/>
            <p:nvPr/>
          </p:nvSpPr>
          <p:spPr>
            <a:xfrm>
              <a:off x="-30240" y="7589520"/>
              <a:ext cx="14079600" cy="619560"/>
            </a:xfrm>
            <a:prstGeom prst="rect">
              <a:avLst/>
            </a:prstGeom>
            <a:solidFill>
              <a:schemeClr val="bg1"/>
            </a:solidFill>
            <a:ln w="9360">
              <a:solidFill>
                <a:srgbClr val="AAAAAA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4" name="Picture 27"/>
            <p:cNvPicPr/>
            <p:nvPr/>
          </p:nvPicPr>
          <p:blipFill>
            <a:blip r:embed="rId15"/>
            <a:stretch/>
          </p:blipFill>
          <p:spPr>
            <a:xfrm>
              <a:off x="11394000" y="7748280"/>
              <a:ext cx="2490480" cy="306720"/>
            </a:xfrm>
            <a:prstGeom prst="rect">
              <a:avLst/>
            </a:prstGeom>
            <a:ln w="9360">
              <a:noFill/>
            </a:ln>
          </p:spPr>
        </p:pic>
      </p:grpSp>
      <p:sp>
        <p:nvSpPr>
          <p:cNvPr id="5" name="CustomShape 5"/>
          <p:cNvSpPr/>
          <p:nvPr/>
        </p:nvSpPr>
        <p:spPr>
          <a:xfrm>
            <a:off x="718200" y="7751160"/>
            <a:ext cx="3376080" cy="2876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60840" rIns="122040" bIns="60840" anchor="t">
            <a:noAutofit/>
          </a:bodyPr>
          <a:lstStyle/>
          <a:p>
            <a:pPr>
              <a:lnSpc>
                <a:spcPct val="100000"/>
              </a:lnSpc>
              <a:spcBef>
                <a:spcPts val="550"/>
              </a:spcBef>
              <a:buNone/>
            </a:pPr>
            <a:r>
              <a:rPr lang="en-US" sz="11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TI Confidential – NDA Restrictions</a:t>
            </a:r>
            <a:endParaRPr lang="en-IN" sz="1100" b="0" strike="noStrike" spc="-1" dirty="0"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IN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5729B-986F-4361-8441-2202045AB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40" y="171461"/>
            <a:ext cx="13533120" cy="448308"/>
          </a:xfrm>
        </p:spPr>
        <p:txBody>
          <a:bodyPr/>
          <a:lstStyle/>
          <a:p>
            <a:r>
              <a:rPr lang="en-US" sz="2800" dirty="0"/>
              <a:t>Motor Control SDK </a:t>
            </a:r>
            <a:r>
              <a:rPr lang="en-US" sz="2800" dirty="0">
                <a:solidFill>
                  <a:schemeClr val="tx1"/>
                </a:solidFill>
              </a:rPr>
              <a:t>| Component Mapping for AM243x</a:t>
            </a:r>
          </a:p>
        </p:txBody>
      </p:sp>
      <p:sp>
        <p:nvSpPr>
          <p:cNvPr id="93" name="CustomShape 1">
            <a:extLst>
              <a:ext uri="{FF2B5EF4-FFF2-40B4-BE49-F238E27FC236}">
                <a16:creationId xmlns:a16="http://schemas.microsoft.com/office/drawing/2014/main" id="{F2BD7EF1-9939-4343-B882-9BB7D2B6DE8E}"/>
              </a:ext>
            </a:extLst>
          </p:cNvPr>
          <p:cNvSpPr/>
          <p:nvPr/>
        </p:nvSpPr>
        <p:spPr>
          <a:xfrm>
            <a:off x="345276" y="5046056"/>
            <a:ext cx="9584148" cy="1005164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  <a:ea typeface="DejaVu Sans"/>
              </a:rPr>
              <a:t>OS Kernel</a:t>
            </a:r>
            <a:endParaRPr lang="en-IN" spc="-2" dirty="0">
              <a:latin typeface="Arial"/>
            </a:endParaRPr>
          </a:p>
        </p:txBody>
      </p:sp>
      <p:sp>
        <p:nvSpPr>
          <p:cNvPr id="94" name="CustomShape 3">
            <a:extLst>
              <a:ext uri="{FF2B5EF4-FFF2-40B4-BE49-F238E27FC236}">
                <a16:creationId xmlns:a16="http://schemas.microsoft.com/office/drawing/2014/main" id="{F396EB7B-63A1-4BA5-B2F2-757577BDD2A9}"/>
              </a:ext>
            </a:extLst>
          </p:cNvPr>
          <p:cNvSpPr/>
          <p:nvPr/>
        </p:nvSpPr>
        <p:spPr>
          <a:xfrm>
            <a:off x="4181254" y="5122377"/>
            <a:ext cx="5543946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spc="-2" dirty="0">
                <a:solidFill>
                  <a:srgbClr val="FFFFFF"/>
                </a:solidFill>
                <a:latin typeface="Arial"/>
                <a:ea typeface="DejaVu Sans"/>
              </a:rPr>
              <a:t>Driver Porting Layer (DPL)</a:t>
            </a:r>
            <a:endParaRPr lang="en-IN" sz="1600" spc="-2" dirty="0">
              <a:latin typeface="Arial"/>
            </a:endParaRPr>
          </a:p>
        </p:txBody>
      </p:sp>
      <p:sp>
        <p:nvSpPr>
          <p:cNvPr id="96" name="CustomShape 5">
            <a:extLst>
              <a:ext uri="{FF2B5EF4-FFF2-40B4-BE49-F238E27FC236}">
                <a16:creationId xmlns:a16="http://schemas.microsoft.com/office/drawing/2014/main" id="{59C50511-9CD0-4024-89B9-50BB30830633}"/>
              </a:ext>
            </a:extLst>
          </p:cNvPr>
          <p:cNvSpPr/>
          <p:nvPr/>
        </p:nvSpPr>
        <p:spPr>
          <a:xfrm>
            <a:off x="6953227" y="5591138"/>
            <a:ext cx="2771973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spc="-2" dirty="0">
                <a:solidFill>
                  <a:srgbClr val="FFFFFF"/>
                </a:solidFill>
                <a:latin typeface="Arial"/>
                <a:ea typeface="DejaVu Sans"/>
              </a:rPr>
              <a:t>No RTOS</a:t>
            </a:r>
            <a:endParaRPr lang="en-IN" sz="1600" spc="-2" dirty="0">
              <a:latin typeface="Arial"/>
            </a:endParaRPr>
          </a:p>
        </p:txBody>
      </p:sp>
      <p:sp>
        <p:nvSpPr>
          <p:cNvPr id="97" name="CustomShape 6">
            <a:extLst>
              <a:ext uri="{FF2B5EF4-FFF2-40B4-BE49-F238E27FC236}">
                <a16:creationId xmlns:a16="http://schemas.microsoft.com/office/drawing/2014/main" id="{4EC958E8-FC03-4C5C-9647-29B758349B13}"/>
              </a:ext>
            </a:extLst>
          </p:cNvPr>
          <p:cNvSpPr/>
          <p:nvPr/>
        </p:nvSpPr>
        <p:spPr>
          <a:xfrm>
            <a:off x="4180213" y="5591138"/>
            <a:ext cx="2605030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spc="-2" dirty="0">
                <a:solidFill>
                  <a:srgbClr val="FFFFFF"/>
                </a:solidFill>
                <a:latin typeface="Arial"/>
                <a:ea typeface="DejaVu Sans"/>
              </a:rPr>
              <a:t>FreeRTOS Kernel</a:t>
            </a:r>
            <a:endParaRPr lang="en-IN" sz="1600" spc="-2" dirty="0">
              <a:latin typeface="Arial"/>
            </a:endParaRPr>
          </a:p>
        </p:txBody>
      </p:sp>
      <p:sp>
        <p:nvSpPr>
          <p:cNvPr id="98" name="CustomShape 7">
            <a:extLst>
              <a:ext uri="{FF2B5EF4-FFF2-40B4-BE49-F238E27FC236}">
                <a16:creationId xmlns:a16="http://schemas.microsoft.com/office/drawing/2014/main" id="{BBDFF6FF-96DF-415E-B361-BF5DECAA8CF2}"/>
              </a:ext>
            </a:extLst>
          </p:cNvPr>
          <p:cNvSpPr/>
          <p:nvPr/>
        </p:nvSpPr>
        <p:spPr>
          <a:xfrm>
            <a:off x="1916008" y="5149111"/>
            <a:ext cx="1848136" cy="837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spc="-2" dirty="0">
                <a:solidFill>
                  <a:srgbClr val="FFFFFF"/>
                </a:solidFill>
                <a:latin typeface="Arial"/>
                <a:ea typeface="DejaVu Sans"/>
              </a:rPr>
              <a:t>FreeRTOS POSIX </a:t>
            </a:r>
            <a:endParaRPr lang="en-IN" sz="1600" spc="-2" dirty="0">
              <a:latin typeface="Arial"/>
            </a:endParaRPr>
          </a:p>
        </p:txBody>
      </p:sp>
      <p:sp>
        <p:nvSpPr>
          <p:cNvPr id="105" name="CustomShape 16">
            <a:extLst>
              <a:ext uri="{FF2B5EF4-FFF2-40B4-BE49-F238E27FC236}">
                <a16:creationId xmlns:a16="http://schemas.microsoft.com/office/drawing/2014/main" id="{4F3D06DA-9050-4F82-9322-CFBBA934B192}"/>
              </a:ext>
            </a:extLst>
          </p:cNvPr>
          <p:cNvSpPr/>
          <p:nvPr/>
        </p:nvSpPr>
        <p:spPr>
          <a:xfrm>
            <a:off x="370840" y="718615"/>
            <a:ext cx="9538445" cy="1425754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  <a:ea typeface="DejaVu Sans"/>
              </a:rPr>
              <a:t>Examples</a:t>
            </a:r>
            <a:endParaRPr lang="en-IN" spc="-2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  <a:ea typeface="DejaVu Sans"/>
              </a:rPr>
              <a:t>And Demos</a:t>
            </a:r>
            <a:endParaRPr lang="en-IN" spc="-2" dirty="0">
              <a:latin typeface="Arial"/>
            </a:endParaRPr>
          </a:p>
        </p:txBody>
      </p:sp>
      <p:sp>
        <p:nvSpPr>
          <p:cNvPr id="106" name="CustomShape 17">
            <a:extLst>
              <a:ext uri="{FF2B5EF4-FFF2-40B4-BE49-F238E27FC236}">
                <a16:creationId xmlns:a16="http://schemas.microsoft.com/office/drawing/2014/main" id="{A732682E-0FAC-4756-92C6-C873E4A1FBF8}"/>
              </a:ext>
            </a:extLst>
          </p:cNvPr>
          <p:cNvSpPr/>
          <p:nvPr/>
        </p:nvSpPr>
        <p:spPr>
          <a:xfrm>
            <a:off x="11579673" y="716096"/>
            <a:ext cx="1916640" cy="5420132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  <a:ea typeface="DejaVu Sans"/>
              </a:rPr>
              <a:t>Tools</a:t>
            </a:r>
            <a:endParaRPr lang="en-IN" spc="-2" dirty="0">
              <a:latin typeface="Arial"/>
            </a:endParaRPr>
          </a:p>
        </p:txBody>
      </p:sp>
      <p:sp>
        <p:nvSpPr>
          <p:cNvPr id="107" name="CustomShape 18">
            <a:extLst>
              <a:ext uri="{FF2B5EF4-FFF2-40B4-BE49-F238E27FC236}">
                <a16:creationId xmlns:a16="http://schemas.microsoft.com/office/drawing/2014/main" id="{18303473-FA0C-4E6A-A716-8B344B585B1F}"/>
              </a:ext>
            </a:extLst>
          </p:cNvPr>
          <p:cNvSpPr/>
          <p:nvPr/>
        </p:nvSpPr>
        <p:spPr>
          <a:xfrm>
            <a:off x="11736813" y="3630716"/>
            <a:ext cx="1602360" cy="4626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600" spc="-2" dirty="0">
                <a:solidFill>
                  <a:srgbClr val="FFFFFF"/>
                </a:solidFill>
                <a:latin typeface="Arial"/>
              </a:rPr>
              <a:t>SysConfig</a:t>
            </a:r>
            <a:endParaRPr lang="en-IN" sz="160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CustomShape 19">
            <a:extLst>
              <a:ext uri="{FF2B5EF4-FFF2-40B4-BE49-F238E27FC236}">
                <a16:creationId xmlns:a16="http://schemas.microsoft.com/office/drawing/2014/main" id="{8EDCC865-568A-435E-BF7C-851D917BF793}"/>
              </a:ext>
            </a:extLst>
          </p:cNvPr>
          <p:cNvSpPr/>
          <p:nvPr/>
        </p:nvSpPr>
        <p:spPr>
          <a:xfrm>
            <a:off x="11726373" y="5319293"/>
            <a:ext cx="1602360" cy="725093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600" spc="-2" dirty="0">
                <a:solidFill>
                  <a:srgbClr val="FFFFFF"/>
                </a:solidFill>
                <a:latin typeface="Arial"/>
              </a:rPr>
              <a:t>Code Composer Studio (CCS)</a:t>
            </a:r>
            <a:endParaRPr lang="en-IN" sz="160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CustomShape 20">
            <a:extLst>
              <a:ext uri="{FF2B5EF4-FFF2-40B4-BE49-F238E27FC236}">
                <a16:creationId xmlns:a16="http://schemas.microsoft.com/office/drawing/2014/main" id="{A0D9FC60-4F5B-4105-8563-5EFE48BD0569}"/>
              </a:ext>
            </a:extLst>
          </p:cNvPr>
          <p:cNvSpPr/>
          <p:nvPr/>
        </p:nvSpPr>
        <p:spPr>
          <a:xfrm>
            <a:off x="11726373" y="4436736"/>
            <a:ext cx="1602360" cy="62136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600" spc="-2" dirty="0">
                <a:solidFill>
                  <a:srgbClr val="FFFFFF"/>
                </a:solidFill>
                <a:latin typeface="Arial"/>
              </a:rPr>
              <a:t>TI CLANG Compiler</a:t>
            </a:r>
            <a:endParaRPr lang="en-IN" sz="160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CustomShape 21">
            <a:extLst>
              <a:ext uri="{FF2B5EF4-FFF2-40B4-BE49-F238E27FC236}">
                <a16:creationId xmlns:a16="http://schemas.microsoft.com/office/drawing/2014/main" id="{09D8FDC2-2E2B-4C96-9E1C-41CEC48BD62A}"/>
              </a:ext>
            </a:extLst>
          </p:cNvPr>
          <p:cNvSpPr/>
          <p:nvPr/>
        </p:nvSpPr>
        <p:spPr>
          <a:xfrm>
            <a:off x="11715606" y="2394700"/>
            <a:ext cx="1602360" cy="86256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600" spc="-2" dirty="0">
                <a:solidFill>
                  <a:srgbClr val="FFFFFF"/>
                </a:solidFill>
                <a:latin typeface="Arial"/>
              </a:rPr>
              <a:t>TI Resource Explorer (TIREX)</a:t>
            </a:r>
            <a:endParaRPr lang="en-IN" sz="160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CustomShape 22">
            <a:extLst>
              <a:ext uri="{FF2B5EF4-FFF2-40B4-BE49-F238E27FC236}">
                <a16:creationId xmlns:a16="http://schemas.microsoft.com/office/drawing/2014/main" id="{EB428E7A-3FA5-49EF-BD88-DE4809590EBB}"/>
              </a:ext>
            </a:extLst>
          </p:cNvPr>
          <p:cNvSpPr/>
          <p:nvPr/>
        </p:nvSpPr>
        <p:spPr>
          <a:xfrm>
            <a:off x="345275" y="6216914"/>
            <a:ext cx="9584149" cy="5369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spc="-2" dirty="0">
                <a:solidFill>
                  <a:srgbClr val="FFFFFF"/>
                </a:solidFill>
                <a:latin typeface="Arial"/>
                <a:ea typeface="DejaVu Sans"/>
              </a:rPr>
              <a:t>ARM R5F, ARM M4F + SOC peripherals + EVM peripherals</a:t>
            </a:r>
            <a:endParaRPr lang="en-IN" sz="1600" spc="-2" dirty="0">
              <a:latin typeface="Arial"/>
            </a:endParaRPr>
          </a:p>
        </p:txBody>
      </p:sp>
      <p:sp>
        <p:nvSpPr>
          <p:cNvPr id="112" name="CustomShape 23">
            <a:extLst>
              <a:ext uri="{FF2B5EF4-FFF2-40B4-BE49-F238E27FC236}">
                <a16:creationId xmlns:a16="http://schemas.microsoft.com/office/drawing/2014/main" id="{03A1A3BF-D144-4FDC-942A-8AA5E0B37952}"/>
              </a:ext>
            </a:extLst>
          </p:cNvPr>
          <p:cNvSpPr/>
          <p:nvPr/>
        </p:nvSpPr>
        <p:spPr>
          <a:xfrm>
            <a:off x="11579673" y="6229515"/>
            <a:ext cx="1916640" cy="5243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spc="-2" dirty="0">
                <a:solidFill>
                  <a:srgbClr val="FFFFFF"/>
                </a:solidFill>
                <a:latin typeface="Arial"/>
                <a:ea typeface="DejaVu Sans"/>
              </a:rPr>
              <a:t>X86 Host (Windows / Linux)</a:t>
            </a:r>
            <a:endParaRPr lang="en-IN" sz="1600" spc="-2" dirty="0">
              <a:latin typeface="Arial"/>
            </a:endParaRPr>
          </a:p>
        </p:txBody>
      </p:sp>
      <p:sp>
        <p:nvSpPr>
          <p:cNvPr id="114" name="CustomShape 25">
            <a:extLst>
              <a:ext uri="{FF2B5EF4-FFF2-40B4-BE49-F238E27FC236}">
                <a16:creationId xmlns:a16="http://schemas.microsoft.com/office/drawing/2014/main" id="{DCFBB7F5-443D-4495-A25F-BDA3B199691F}"/>
              </a:ext>
            </a:extLst>
          </p:cNvPr>
          <p:cNvSpPr/>
          <p:nvPr/>
        </p:nvSpPr>
        <p:spPr>
          <a:xfrm>
            <a:off x="11715606" y="1149784"/>
            <a:ext cx="1602360" cy="86256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600" spc="-2" dirty="0">
                <a:solidFill>
                  <a:srgbClr val="FFFFFF"/>
                </a:solidFill>
                <a:latin typeface="Arial"/>
              </a:rPr>
              <a:t>SDK Tools (Flashing, Boot, …)</a:t>
            </a:r>
            <a:endParaRPr lang="en-IN" sz="160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CustomShape 7">
            <a:extLst>
              <a:ext uri="{FF2B5EF4-FFF2-40B4-BE49-F238E27FC236}">
                <a16:creationId xmlns:a16="http://schemas.microsoft.com/office/drawing/2014/main" id="{63348C38-19BF-49D5-8C54-18BEAF892E69}"/>
              </a:ext>
            </a:extLst>
          </p:cNvPr>
          <p:cNvSpPr/>
          <p:nvPr/>
        </p:nvSpPr>
        <p:spPr>
          <a:xfrm>
            <a:off x="3648221" y="6854901"/>
            <a:ext cx="1660156" cy="514877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spc="-2" dirty="0">
                <a:solidFill>
                  <a:srgbClr val="FFFFFF"/>
                </a:solidFill>
                <a:latin typeface="Arial"/>
                <a:ea typeface="DejaVu Sans"/>
              </a:rPr>
              <a:t>MCU+ SDK </a:t>
            </a:r>
            <a:endParaRPr lang="en-IN" sz="1600" spc="-2" dirty="0">
              <a:latin typeface="Arial"/>
            </a:endParaRPr>
          </a:p>
        </p:txBody>
      </p:sp>
      <p:sp>
        <p:nvSpPr>
          <p:cNvPr id="47" name="CustomShape 17">
            <a:extLst>
              <a:ext uri="{FF2B5EF4-FFF2-40B4-BE49-F238E27FC236}">
                <a16:creationId xmlns:a16="http://schemas.microsoft.com/office/drawing/2014/main" id="{4291FF05-F6CE-4A38-84EE-58927DBC4826}"/>
              </a:ext>
            </a:extLst>
          </p:cNvPr>
          <p:cNvSpPr/>
          <p:nvPr/>
        </p:nvSpPr>
        <p:spPr>
          <a:xfrm>
            <a:off x="10029513" y="716096"/>
            <a:ext cx="1404368" cy="5420131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</a:rPr>
              <a:t>Firmware</a:t>
            </a:r>
            <a:endParaRPr lang="en-IN" spc="-2" dirty="0">
              <a:latin typeface="Arial"/>
            </a:endParaRPr>
          </a:p>
        </p:txBody>
      </p:sp>
      <p:sp>
        <p:nvSpPr>
          <p:cNvPr id="52" name="CustomShape 23">
            <a:extLst>
              <a:ext uri="{FF2B5EF4-FFF2-40B4-BE49-F238E27FC236}">
                <a16:creationId xmlns:a16="http://schemas.microsoft.com/office/drawing/2014/main" id="{7BCD0863-F6ED-4DC4-983E-37943352EE5E}"/>
              </a:ext>
            </a:extLst>
          </p:cNvPr>
          <p:cNvSpPr/>
          <p:nvPr/>
        </p:nvSpPr>
        <p:spPr>
          <a:xfrm>
            <a:off x="10029513" y="6229515"/>
            <a:ext cx="1404368" cy="5243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spc="-2" dirty="0">
                <a:solidFill>
                  <a:srgbClr val="FFFFFF"/>
                </a:solidFill>
                <a:latin typeface="Arial"/>
                <a:ea typeface="DejaVu Sans"/>
              </a:rPr>
              <a:t>ICSS</a:t>
            </a:r>
            <a:endParaRPr lang="en-IN" sz="1600" spc="-2" dirty="0">
              <a:latin typeface="Arial"/>
            </a:endParaRPr>
          </a:p>
        </p:txBody>
      </p:sp>
      <p:sp>
        <p:nvSpPr>
          <p:cNvPr id="53" name="CustomShape 15">
            <a:extLst>
              <a:ext uri="{FF2B5EF4-FFF2-40B4-BE49-F238E27FC236}">
                <a16:creationId xmlns:a16="http://schemas.microsoft.com/office/drawing/2014/main" id="{34B5E01D-4EAE-45C9-B426-238451E602E8}"/>
              </a:ext>
            </a:extLst>
          </p:cNvPr>
          <p:cNvSpPr/>
          <p:nvPr/>
        </p:nvSpPr>
        <p:spPr>
          <a:xfrm>
            <a:off x="8593600" y="6854901"/>
            <a:ext cx="1782416" cy="509528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1280" spc="-2" dirty="0">
                <a:solidFill>
                  <a:srgbClr val="000000"/>
                </a:solidFill>
                <a:latin typeface="Arial"/>
              </a:rPr>
              <a:t>Motor Control SDK</a:t>
            </a:r>
          </a:p>
        </p:txBody>
      </p:sp>
      <p:sp>
        <p:nvSpPr>
          <p:cNvPr id="71" name="CustomShape 14">
            <a:extLst>
              <a:ext uri="{FF2B5EF4-FFF2-40B4-BE49-F238E27FC236}">
                <a16:creationId xmlns:a16="http://schemas.microsoft.com/office/drawing/2014/main" id="{EBA946F5-D295-4F2E-8D3D-32CB272F98DA}"/>
              </a:ext>
            </a:extLst>
          </p:cNvPr>
          <p:cNvSpPr/>
          <p:nvPr/>
        </p:nvSpPr>
        <p:spPr>
          <a:xfrm>
            <a:off x="345276" y="3452265"/>
            <a:ext cx="9584150" cy="137772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  <a:ea typeface="DejaVu Sans"/>
              </a:rPr>
              <a:t>Drivers and</a:t>
            </a:r>
            <a:endParaRPr lang="en-IN" spc="-2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  <a:ea typeface="DejaVu Sans"/>
              </a:rPr>
              <a:t>HAL</a:t>
            </a:r>
            <a:endParaRPr lang="en-IN" spc="-2" dirty="0">
              <a:latin typeface="Arial"/>
            </a:endParaRPr>
          </a:p>
        </p:txBody>
      </p:sp>
      <p:sp>
        <p:nvSpPr>
          <p:cNvPr id="42" name="CustomShape 15">
            <a:extLst>
              <a:ext uri="{FF2B5EF4-FFF2-40B4-BE49-F238E27FC236}">
                <a16:creationId xmlns:a16="http://schemas.microsoft.com/office/drawing/2014/main" id="{301D606C-56BB-4F04-94B2-6CA392EC85A4}"/>
              </a:ext>
            </a:extLst>
          </p:cNvPr>
          <p:cNvSpPr/>
          <p:nvPr/>
        </p:nvSpPr>
        <p:spPr>
          <a:xfrm>
            <a:off x="6059781" y="6841104"/>
            <a:ext cx="1782415" cy="509528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IN" sz="1100" spc="-1" dirty="0">
                <a:solidFill>
                  <a:srgbClr val="000000"/>
                </a:solidFill>
                <a:latin typeface="Arial"/>
              </a:rPr>
              <a:t>Industrial Communications SDK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8EF7226-6D14-4A8E-B761-8CA690FB4693}"/>
              </a:ext>
            </a:extLst>
          </p:cNvPr>
          <p:cNvGrpSpPr/>
          <p:nvPr/>
        </p:nvGrpSpPr>
        <p:grpSpPr>
          <a:xfrm>
            <a:off x="1630496" y="4171718"/>
            <a:ext cx="7041048" cy="492498"/>
            <a:chOff x="1759067" y="4566326"/>
            <a:chExt cx="6758649" cy="492498"/>
          </a:xfrm>
        </p:grpSpPr>
        <p:sp>
          <p:nvSpPr>
            <p:cNvPr id="76" name="CustomShape 4">
              <a:extLst>
                <a:ext uri="{FF2B5EF4-FFF2-40B4-BE49-F238E27FC236}">
                  <a16:creationId xmlns:a16="http://schemas.microsoft.com/office/drawing/2014/main" id="{1B024EA3-0E43-445D-BF88-EC0D5B5DFFBA}"/>
                </a:ext>
              </a:extLst>
            </p:cNvPr>
            <p:cNvSpPr/>
            <p:nvPr/>
          </p:nvSpPr>
          <p:spPr>
            <a:xfrm>
              <a:off x="1759067" y="4609183"/>
              <a:ext cx="1030713" cy="44964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280" spc="-2" dirty="0">
                  <a:solidFill>
                    <a:srgbClr val="FFFFFF"/>
                  </a:solidFill>
                  <a:latin typeface="Arial"/>
                </a:rPr>
                <a:t>SOC Peripheral</a:t>
              </a:r>
              <a:endParaRPr lang="en-IN" sz="1280" spc="-2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7" name="CustomShape 24">
              <a:extLst>
                <a:ext uri="{FF2B5EF4-FFF2-40B4-BE49-F238E27FC236}">
                  <a16:creationId xmlns:a16="http://schemas.microsoft.com/office/drawing/2014/main" id="{9501D981-880D-4B71-ACBB-2760ECB488F3}"/>
                </a:ext>
              </a:extLst>
            </p:cNvPr>
            <p:cNvSpPr/>
            <p:nvPr/>
          </p:nvSpPr>
          <p:spPr>
            <a:xfrm>
              <a:off x="7564538" y="4566326"/>
              <a:ext cx="953178" cy="4670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280" spc="-2" dirty="0">
                  <a:solidFill>
                    <a:srgbClr val="000000"/>
                  </a:solidFill>
                  <a:latin typeface="Arial"/>
                </a:rPr>
                <a:t>SDFM</a:t>
              </a:r>
              <a:endParaRPr lang="en-IN" sz="1280" spc="-2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" name="CustomShape 8">
              <a:extLst>
                <a:ext uri="{FF2B5EF4-FFF2-40B4-BE49-F238E27FC236}">
                  <a16:creationId xmlns:a16="http://schemas.microsoft.com/office/drawing/2014/main" id="{490D27A3-6945-406A-BAF2-EFE79C38162A}"/>
                </a:ext>
              </a:extLst>
            </p:cNvPr>
            <p:cNvSpPr/>
            <p:nvPr/>
          </p:nvSpPr>
          <p:spPr>
            <a:xfrm>
              <a:off x="6454849" y="4566326"/>
              <a:ext cx="958527" cy="46671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Tamagawa</a:t>
              </a:r>
            </a:p>
          </p:txBody>
        </p:sp>
        <p:sp>
          <p:nvSpPr>
            <p:cNvPr id="79" name="CustomShape 24">
              <a:extLst>
                <a:ext uri="{FF2B5EF4-FFF2-40B4-BE49-F238E27FC236}">
                  <a16:creationId xmlns:a16="http://schemas.microsoft.com/office/drawing/2014/main" id="{60A09B32-BD62-4975-9EC3-1FD10D5A8896}"/>
                </a:ext>
              </a:extLst>
            </p:cNvPr>
            <p:cNvSpPr/>
            <p:nvPr/>
          </p:nvSpPr>
          <p:spPr>
            <a:xfrm>
              <a:off x="4172787" y="4588026"/>
              <a:ext cx="1062871" cy="44964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280" spc="-2" dirty="0">
                  <a:solidFill>
                    <a:srgbClr val="000000"/>
                  </a:solidFill>
                  <a:latin typeface="Arial"/>
                </a:rPr>
                <a:t>HSR/PRP FW HAL</a:t>
              </a:r>
              <a:endParaRPr lang="en-IN" sz="1280" spc="-2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" name="CustomShape 8">
              <a:extLst>
                <a:ext uri="{FF2B5EF4-FFF2-40B4-BE49-F238E27FC236}">
                  <a16:creationId xmlns:a16="http://schemas.microsoft.com/office/drawing/2014/main" id="{26B1E1EE-FCB2-432F-A18E-FA8F842B16F1}"/>
                </a:ext>
              </a:extLst>
            </p:cNvPr>
            <p:cNvSpPr/>
            <p:nvPr/>
          </p:nvSpPr>
          <p:spPr>
            <a:xfrm>
              <a:off x="2944530" y="4609184"/>
              <a:ext cx="1093502" cy="44964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Profinet </a:t>
              </a:r>
            </a:p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FW HAL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5F2801C-B193-46B0-BB28-16403517B3DC}"/>
              </a:ext>
            </a:extLst>
          </p:cNvPr>
          <p:cNvGrpSpPr/>
          <p:nvPr/>
        </p:nvGrpSpPr>
        <p:grpSpPr>
          <a:xfrm>
            <a:off x="1593577" y="3614306"/>
            <a:ext cx="8187853" cy="472312"/>
            <a:chOff x="1758019" y="3813520"/>
            <a:chExt cx="7904213" cy="472312"/>
          </a:xfrm>
        </p:grpSpPr>
        <p:sp>
          <p:nvSpPr>
            <p:cNvPr id="83" name="CustomShape 15">
              <a:extLst>
                <a:ext uri="{FF2B5EF4-FFF2-40B4-BE49-F238E27FC236}">
                  <a16:creationId xmlns:a16="http://schemas.microsoft.com/office/drawing/2014/main" id="{2B3E019C-8EF4-444D-8BD9-35787B4CE89D}"/>
                </a:ext>
              </a:extLst>
            </p:cNvPr>
            <p:cNvSpPr/>
            <p:nvPr/>
          </p:nvSpPr>
          <p:spPr>
            <a:xfrm>
              <a:off x="8709054" y="3819287"/>
              <a:ext cx="953178" cy="44397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280" spc="-2" dirty="0">
                  <a:solidFill>
                    <a:srgbClr val="000000"/>
                  </a:solidFill>
                </a:rPr>
                <a:t>RTLibs</a:t>
              </a:r>
              <a:endParaRPr lang="en-IN" sz="1280" spc="-2" dirty="0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ED2CA552-C0EA-46FF-8CBA-00556992EAFF}"/>
                </a:ext>
              </a:extLst>
            </p:cNvPr>
            <p:cNvGrpSpPr/>
            <p:nvPr/>
          </p:nvGrpSpPr>
          <p:grpSpPr>
            <a:xfrm>
              <a:off x="1758019" y="3813520"/>
              <a:ext cx="5959354" cy="472312"/>
              <a:chOff x="1759065" y="4007382"/>
              <a:chExt cx="5959354" cy="472312"/>
            </a:xfrm>
          </p:grpSpPr>
          <p:sp>
            <p:nvSpPr>
              <p:cNvPr id="86" name="CustomShape 15">
                <a:extLst>
                  <a:ext uri="{FF2B5EF4-FFF2-40B4-BE49-F238E27FC236}">
                    <a16:creationId xmlns:a16="http://schemas.microsoft.com/office/drawing/2014/main" id="{3A564F5B-DC40-45FF-8B10-DCCC5DE7D8E3}"/>
                  </a:ext>
                </a:extLst>
              </p:cNvPr>
              <p:cNvSpPr/>
              <p:nvPr/>
            </p:nvSpPr>
            <p:spPr>
              <a:xfrm>
                <a:off x="1759065" y="4012893"/>
                <a:ext cx="1030713" cy="449641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US" sz="1280" spc="-2" dirty="0">
                    <a:solidFill>
                      <a:srgbClr val="FFFFFF"/>
                    </a:solidFill>
                    <a:latin typeface="Arial"/>
                  </a:rPr>
                  <a:t>Board Peripheral</a:t>
                </a:r>
                <a:endParaRPr lang="en-IN" sz="1280" spc="-2" dirty="0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7" name="CustomShape 8">
                <a:extLst>
                  <a:ext uri="{FF2B5EF4-FFF2-40B4-BE49-F238E27FC236}">
                    <a16:creationId xmlns:a16="http://schemas.microsoft.com/office/drawing/2014/main" id="{0D80E9EE-F48E-49CE-A252-6C1DF74C2602}"/>
                  </a:ext>
                </a:extLst>
              </p:cNvPr>
              <p:cNvSpPr/>
              <p:nvPr/>
            </p:nvSpPr>
            <p:spPr>
              <a:xfrm>
                <a:off x="6960689" y="4007382"/>
                <a:ext cx="757730" cy="449640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IN" sz="1280" spc="-2" dirty="0">
                    <a:solidFill>
                      <a:srgbClr val="000000"/>
                    </a:solidFill>
                    <a:latin typeface="Arial"/>
                  </a:rPr>
                  <a:t>HDSL</a:t>
                </a:r>
              </a:p>
            </p:txBody>
          </p:sp>
          <p:sp>
            <p:nvSpPr>
              <p:cNvPr id="88" name="CustomShape 8">
                <a:extLst>
                  <a:ext uri="{FF2B5EF4-FFF2-40B4-BE49-F238E27FC236}">
                    <a16:creationId xmlns:a16="http://schemas.microsoft.com/office/drawing/2014/main" id="{E13D227E-6029-4DC5-B0BB-68D71B8D2ED7}"/>
                  </a:ext>
                </a:extLst>
              </p:cNvPr>
              <p:cNvSpPr/>
              <p:nvPr/>
            </p:nvSpPr>
            <p:spPr>
              <a:xfrm>
                <a:off x="5971362" y="4007382"/>
                <a:ext cx="873934" cy="449641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IN" sz="1280" spc="-2" dirty="0">
                    <a:solidFill>
                      <a:srgbClr val="000000"/>
                    </a:solidFill>
                    <a:latin typeface="Arial"/>
                  </a:rPr>
                  <a:t>EnDat</a:t>
                </a:r>
              </a:p>
            </p:txBody>
          </p:sp>
          <p:sp>
            <p:nvSpPr>
              <p:cNvPr id="89" name="CustomShape 8">
                <a:extLst>
                  <a:ext uri="{FF2B5EF4-FFF2-40B4-BE49-F238E27FC236}">
                    <a16:creationId xmlns:a16="http://schemas.microsoft.com/office/drawing/2014/main" id="{600E2B4F-6469-45BF-BFB9-99C8C3A42261}"/>
                  </a:ext>
                </a:extLst>
              </p:cNvPr>
              <p:cNvSpPr/>
              <p:nvPr/>
            </p:nvSpPr>
            <p:spPr>
              <a:xfrm>
                <a:off x="4891065" y="4007382"/>
                <a:ext cx="971585" cy="472312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IN" sz="1200" spc="-2" dirty="0">
                    <a:solidFill>
                      <a:srgbClr val="000000"/>
                    </a:solidFill>
                    <a:latin typeface="Arial"/>
                  </a:rPr>
                  <a:t>EtherNet/IP FW HAL</a:t>
                </a:r>
              </a:p>
            </p:txBody>
          </p:sp>
          <p:sp>
            <p:nvSpPr>
              <p:cNvPr id="90" name="CustomShape 8">
                <a:extLst>
                  <a:ext uri="{FF2B5EF4-FFF2-40B4-BE49-F238E27FC236}">
                    <a16:creationId xmlns:a16="http://schemas.microsoft.com/office/drawing/2014/main" id="{51B6AC0E-4960-4B0D-A32D-2DE55843B9E2}"/>
                  </a:ext>
                </a:extLst>
              </p:cNvPr>
              <p:cNvSpPr/>
              <p:nvPr/>
            </p:nvSpPr>
            <p:spPr>
              <a:xfrm>
                <a:off x="3740734" y="4007382"/>
                <a:ext cx="1069926" cy="457573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IN" sz="1280" spc="-2" dirty="0">
                    <a:solidFill>
                      <a:srgbClr val="000000"/>
                    </a:solidFill>
                    <a:latin typeface="Arial"/>
                  </a:rPr>
                  <a:t>EtherCAT FW HAL</a:t>
                </a:r>
              </a:p>
            </p:txBody>
          </p:sp>
          <p:sp>
            <p:nvSpPr>
              <p:cNvPr id="91" name="CustomShape 8">
                <a:extLst>
                  <a:ext uri="{FF2B5EF4-FFF2-40B4-BE49-F238E27FC236}">
                    <a16:creationId xmlns:a16="http://schemas.microsoft.com/office/drawing/2014/main" id="{14161222-74A9-4F70-807B-78DD69EEE3D1}"/>
                  </a:ext>
                </a:extLst>
              </p:cNvPr>
              <p:cNvSpPr/>
              <p:nvPr/>
            </p:nvSpPr>
            <p:spPr>
              <a:xfrm>
                <a:off x="2864055" y="4010342"/>
                <a:ext cx="765753" cy="449640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IN" sz="1280" spc="-2" dirty="0">
                    <a:solidFill>
                      <a:srgbClr val="000000"/>
                    </a:solidFill>
                    <a:latin typeface="Arial"/>
                  </a:rPr>
                  <a:t>ICSS </a:t>
                </a:r>
              </a:p>
              <a:p>
                <a:pPr algn="ctr"/>
                <a:r>
                  <a:rPr lang="en-IN" sz="1280" spc="-2" dirty="0">
                    <a:solidFill>
                      <a:srgbClr val="000000"/>
                    </a:solidFill>
                    <a:latin typeface="Arial"/>
                  </a:rPr>
                  <a:t>EMAC</a:t>
                </a:r>
              </a:p>
            </p:txBody>
          </p:sp>
        </p:grpSp>
      </p:grpSp>
      <p:sp>
        <p:nvSpPr>
          <p:cNvPr id="92" name="CustomShape 14">
            <a:extLst>
              <a:ext uri="{FF2B5EF4-FFF2-40B4-BE49-F238E27FC236}">
                <a16:creationId xmlns:a16="http://schemas.microsoft.com/office/drawing/2014/main" id="{E1B86C6F-42EE-44F6-AFD0-BB06C39225F2}"/>
              </a:ext>
            </a:extLst>
          </p:cNvPr>
          <p:cNvSpPr/>
          <p:nvPr/>
        </p:nvSpPr>
        <p:spPr>
          <a:xfrm>
            <a:off x="370840" y="2369303"/>
            <a:ext cx="9548093" cy="858028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</a:rPr>
              <a:t>Protocol Stacks </a:t>
            </a:r>
          </a:p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</a:rPr>
              <a:t>and Middleware</a:t>
            </a:r>
            <a:endParaRPr lang="en-IN" spc="-2" dirty="0">
              <a:latin typeface="Arial"/>
            </a:endParaRPr>
          </a:p>
        </p:txBody>
      </p:sp>
      <p:sp>
        <p:nvSpPr>
          <p:cNvPr id="118" name="CustomShape 15">
            <a:extLst>
              <a:ext uri="{FF2B5EF4-FFF2-40B4-BE49-F238E27FC236}">
                <a16:creationId xmlns:a16="http://schemas.microsoft.com/office/drawing/2014/main" id="{780414EF-B491-44AD-A87E-D8A46FD90D82}"/>
              </a:ext>
            </a:extLst>
          </p:cNvPr>
          <p:cNvSpPr/>
          <p:nvPr/>
        </p:nvSpPr>
        <p:spPr>
          <a:xfrm>
            <a:off x="2468223" y="2567309"/>
            <a:ext cx="1033751" cy="449641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280" spc="-2" dirty="0">
                <a:solidFill>
                  <a:srgbClr val="FFFFFF"/>
                </a:solidFill>
                <a:latin typeface="Arial"/>
              </a:rPr>
              <a:t>LwIP</a:t>
            </a:r>
          </a:p>
          <a:p>
            <a:pPr algn="ctr"/>
            <a:r>
              <a:rPr lang="en-US" sz="1280" spc="-2" dirty="0">
                <a:solidFill>
                  <a:srgbClr val="FFFFFF"/>
                </a:solidFill>
                <a:latin typeface="Arial"/>
              </a:rPr>
              <a:t>(TCP/UDP)</a:t>
            </a:r>
            <a:endParaRPr lang="en-IN" sz="128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CustomShape 8">
            <a:extLst>
              <a:ext uri="{FF2B5EF4-FFF2-40B4-BE49-F238E27FC236}">
                <a16:creationId xmlns:a16="http://schemas.microsoft.com/office/drawing/2014/main" id="{1720BC05-2197-4389-ABE7-96FCD5452B65}"/>
              </a:ext>
            </a:extLst>
          </p:cNvPr>
          <p:cNvSpPr/>
          <p:nvPr/>
        </p:nvSpPr>
        <p:spPr>
          <a:xfrm>
            <a:off x="6109810" y="2561798"/>
            <a:ext cx="974449" cy="449640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1280" spc="-2" dirty="0">
                <a:solidFill>
                  <a:srgbClr val="000000"/>
                </a:solidFill>
                <a:latin typeface="Arial"/>
              </a:rPr>
              <a:t>IOLINK</a:t>
            </a:r>
          </a:p>
        </p:txBody>
      </p:sp>
      <p:sp>
        <p:nvSpPr>
          <p:cNvPr id="122" name="CustomShape 8">
            <a:extLst>
              <a:ext uri="{FF2B5EF4-FFF2-40B4-BE49-F238E27FC236}">
                <a16:creationId xmlns:a16="http://schemas.microsoft.com/office/drawing/2014/main" id="{B35B38D7-4F69-4C8F-A82B-3D47A11A57CF}"/>
              </a:ext>
            </a:extLst>
          </p:cNvPr>
          <p:cNvSpPr/>
          <p:nvPr/>
        </p:nvSpPr>
        <p:spPr>
          <a:xfrm>
            <a:off x="4874887" y="2561798"/>
            <a:ext cx="1073079" cy="449640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1280" spc="-2" dirty="0">
                <a:solidFill>
                  <a:srgbClr val="000000"/>
                </a:solidFill>
                <a:latin typeface="Arial"/>
              </a:rPr>
              <a:t>EtherNet/IP</a:t>
            </a:r>
          </a:p>
        </p:txBody>
      </p:sp>
      <p:sp>
        <p:nvSpPr>
          <p:cNvPr id="123" name="CustomShape 8">
            <a:extLst>
              <a:ext uri="{FF2B5EF4-FFF2-40B4-BE49-F238E27FC236}">
                <a16:creationId xmlns:a16="http://schemas.microsoft.com/office/drawing/2014/main" id="{56CD9380-8E19-4FB9-90FF-E3C8CEFE4F07}"/>
              </a:ext>
            </a:extLst>
          </p:cNvPr>
          <p:cNvSpPr/>
          <p:nvPr/>
        </p:nvSpPr>
        <p:spPr>
          <a:xfrm>
            <a:off x="3650298" y="2567310"/>
            <a:ext cx="1052746" cy="449640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1280" spc="-2" dirty="0">
                <a:solidFill>
                  <a:srgbClr val="000000"/>
                </a:solidFill>
                <a:latin typeface="Arial"/>
              </a:rPr>
              <a:t>EtherCAT</a:t>
            </a:r>
          </a:p>
        </p:txBody>
      </p:sp>
      <p:sp>
        <p:nvSpPr>
          <p:cNvPr id="124" name="CustomShape 8">
            <a:extLst>
              <a:ext uri="{FF2B5EF4-FFF2-40B4-BE49-F238E27FC236}">
                <a16:creationId xmlns:a16="http://schemas.microsoft.com/office/drawing/2014/main" id="{DB129941-5968-4FEF-9B22-ED5DD25A457F}"/>
              </a:ext>
            </a:extLst>
          </p:cNvPr>
          <p:cNvSpPr/>
          <p:nvPr/>
        </p:nvSpPr>
        <p:spPr>
          <a:xfrm>
            <a:off x="8517728" y="2571782"/>
            <a:ext cx="1073079" cy="449640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1000" spc="-2" dirty="0">
                <a:solidFill>
                  <a:srgbClr val="000000"/>
                </a:solidFill>
              </a:rPr>
              <a:t>EtherCAT IOLINK Gateway</a:t>
            </a:r>
          </a:p>
        </p:txBody>
      </p:sp>
      <p:sp>
        <p:nvSpPr>
          <p:cNvPr id="125" name="CustomShape 8">
            <a:extLst>
              <a:ext uri="{FF2B5EF4-FFF2-40B4-BE49-F238E27FC236}">
                <a16:creationId xmlns:a16="http://schemas.microsoft.com/office/drawing/2014/main" id="{94D72AEC-FD63-4528-AED3-33BB05EA8FDA}"/>
              </a:ext>
            </a:extLst>
          </p:cNvPr>
          <p:cNvSpPr/>
          <p:nvPr/>
        </p:nvSpPr>
        <p:spPr>
          <a:xfrm>
            <a:off x="7217723" y="2545311"/>
            <a:ext cx="1073079" cy="449640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1280" spc="-2" dirty="0">
                <a:solidFill>
                  <a:srgbClr val="000000"/>
                </a:solidFill>
                <a:latin typeface="Arial"/>
              </a:rPr>
              <a:t>Profinet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616AF95-4175-4D0B-B125-13F5A29DD4D6}"/>
              </a:ext>
            </a:extLst>
          </p:cNvPr>
          <p:cNvGrpSpPr/>
          <p:nvPr/>
        </p:nvGrpSpPr>
        <p:grpSpPr>
          <a:xfrm>
            <a:off x="1781474" y="856156"/>
            <a:ext cx="7876405" cy="473362"/>
            <a:chOff x="1782201" y="1099400"/>
            <a:chExt cx="7876405" cy="473362"/>
          </a:xfrm>
        </p:grpSpPr>
        <p:sp>
          <p:nvSpPr>
            <p:cNvPr id="99" name="CustomShape 8">
              <a:extLst>
                <a:ext uri="{FF2B5EF4-FFF2-40B4-BE49-F238E27FC236}">
                  <a16:creationId xmlns:a16="http://schemas.microsoft.com/office/drawing/2014/main" id="{300ACF90-638E-45E4-AA50-B7E85398CF97}"/>
                </a:ext>
              </a:extLst>
            </p:cNvPr>
            <p:cNvSpPr/>
            <p:nvPr/>
          </p:nvSpPr>
          <p:spPr>
            <a:xfrm>
              <a:off x="1782201" y="1106203"/>
              <a:ext cx="893325" cy="44964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280" spc="-2" dirty="0">
                  <a:solidFill>
                    <a:srgbClr val="FFFFFF"/>
                  </a:solidFill>
                  <a:latin typeface="Arial"/>
                </a:rPr>
                <a:t>Examples</a:t>
              </a:r>
              <a:endParaRPr lang="en-IN" sz="1280" spc="-2" dirty="0">
                <a:solidFill>
                  <a:srgbClr val="FFFFFF"/>
                </a:solidFill>
                <a:latin typeface="Arial"/>
              </a:endParaRP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5C6F2813-0C60-416A-B833-399E76FFC3E0}"/>
                </a:ext>
              </a:extLst>
            </p:cNvPr>
            <p:cNvGrpSpPr/>
            <p:nvPr/>
          </p:nvGrpSpPr>
          <p:grpSpPr>
            <a:xfrm>
              <a:off x="2795755" y="1099400"/>
              <a:ext cx="5052424" cy="473362"/>
              <a:chOff x="2747998" y="4023002"/>
              <a:chExt cx="5052424" cy="473362"/>
            </a:xfrm>
          </p:grpSpPr>
          <p:sp>
            <p:nvSpPr>
              <p:cNvPr id="139" name="CustomShape 8">
                <a:extLst>
                  <a:ext uri="{FF2B5EF4-FFF2-40B4-BE49-F238E27FC236}">
                    <a16:creationId xmlns:a16="http://schemas.microsoft.com/office/drawing/2014/main" id="{CAA8C7CB-63A7-4653-A01F-117EC1A07963}"/>
                  </a:ext>
                </a:extLst>
              </p:cNvPr>
              <p:cNvSpPr/>
              <p:nvPr/>
            </p:nvSpPr>
            <p:spPr>
              <a:xfrm>
                <a:off x="7145995" y="4034604"/>
                <a:ext cx="654427" cy="461760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IN" sz="1280" spc="-2" dirty="0">
                    <a:solidFill>
                      <a:srgbClr val="000000"/>
                    </a:solidFill>
                    <a:latin typeface="Arial"/>
                  </a:rPr>
                  <a:t>HDSL</a:t>
                </a:r>
              </a:p>
            </p:txBody>
          </p:sp>
          <p:sp>
            <p:nvSpPr>
              <p:cNvPr id="140" name="CustomShape 8">
                <a:extLst>
                  <a:ext uri="{FF2B5EF4-FFF2-40B4-BE49-F238E27FC236}">
                    <a16:creationId xmlns:a16="http://schemas.microsoft.com/office/drawing/2014/main" id="{D6ED9DFE-9A05-46E1-BA74-B92F982665D1}"/>
                  </a:ext>
                </a:extLst>
              </p:cNvPr>
              <p:cNvSpPr/>
              <p:nvPr/>
            </p:nvSpPr>
            <p:spPr>
              <a:xfrm>
                <a:off x="6132441" y="4036410"/>
                <a:ext cx="893325" cy="449640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IN" sz="1280" spc="-2" dirty="0">
                    <a:solidFill>
                      <a:srgbClr val="000000"/>
                    </a:solidFill>
                    <a:latin typeface="Arial"/>
                  </a:rPr>
                  <a:t>EnDat</a:t>
                </a:r>
              </a:p>
            </p:txBody>
          </p:sp>
          <p:sp>
            <p:nvSpPr>
              <p:cNvPr id="141" name="CustomShape 8">
                <a:extLst>
                  <a:ext uri="{FF2B5EF4-FFF2-40B4-BE49-F238E27FC236}">
                    <a16:creationId xmlns:a16="http://schemas.microsoft.com/office/drawing/2014/main" id="{407A7F7D-4E0E-4FC8-BB37-76988E47DABA}"/>
                  </a:ext>
                </a:extLst>
              </p:cNvPr>
              <p:cNvSpPr/>
              <p:nvPr/>
            </p:nvSpPr>
            <p:spPr>
              <a:xfrm>
                <a:off x="3761552" y="4046712"/>
                <a:ext cx="971586" cy="427218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IN" sz="1200" spc="-2" dirty="0">
                    <a:solidFill>
                      <a:srgbClr val="000000"/>
                    </a:solidFill>
                    <a:latin typeface="Arial"/>
                  </a:rPr>
                  <a:t>EtherNet/IP</a:t>
                </a:r>
              </a:p>
            </p:txBody>
          </p:sp>
          <p:sp>
            <p:nvSpPr>
              <p:cNvPr id="142" name="CustomShape 8">
                <a:extLst>
                  <a:ext uri="{FF2B5EF4-FFF2-40B4-BE49-F238E27FC236}">
                    <a16:creationId xmlns:a16="http://schemas.microsoft.com/office/drawing/2014/main" id="{84F12E88-D8B0-41DD-AAA0-7C765BE9231D}"/>
                  </a:ext>
                </a:extLst>
              </p:cNvPr>
              <p:cNvSpPr/>
              <p:nvPr/>
            </p:nvSpPr>
            <p:spPr>
              <a:xfrm>
                <a:off x="2747998" y="4023002"/>
                <a:ext cx="893325" cy="463048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IN" sz="1280" spc="-2" dirty="0">
                    <a:solidFill>
                      <a:srgbClr val="000000"/>
                    </a:solidFill>
                    <a:latin typeface="Arial"/>
                  </a:rPr>
                  <a:t>EtherCAT</a:t>
                </a:r>
              </a:p>
            </p:txBody>
          </p:sp>
          <p:sp>
            <p:nvSpPr>
              <p:cNvPr id="143" name="CustomShape 8">
                <a:extLst>
                  <a:ext uri="{FF2B5EF4-FFF2-40B4-BE49-F238E27FC236}">
                    <a16:creationId xmlns:a16="http://schemas.microsoft.com/office/drawing/2014/main" id="{AAC5AF2A-84B7-43F3-A5CE-ADD5098DED6B}"/>
                  </a:ext>
                </a:extLst>
              </p:cNvPr>
              <p:cNvSpPr/>
              <p:nvPr/>
            </p:nvSpPr>
            <p:spPr>
              <a:xfrm>
                <a:off x="4853367" y="4042673"/>
                <a:ext cx="1158846" cy="427218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 algn="ctr"/>
                <a:r>
                  <a:rPr lang="en-IN" sz="1100" spc="-2" dirty="0">
                    <a:solidFill>
                      <a:srgbClr val="000000"/>
                    </a:solidFill>
                  </a:rPr>
                  <a:t>EtherCAT IOLINK </a:t>
                </a:r>
              </a:p>
              <a:p>
                <a:pPr algn="ctr"/>
                <a:r>
                  <a:rPr lang="en-IN" sz="1100" spc="-2" dirty="0">
                    <a:solidFill>
                      <a:srgbClr val="000000"/>
                    </a:solidFill>
                  </a:rPr>
                  <a:t>Gateway</a:t>
                </a:r>
              </a:p>
            </p:txBody>
          </p:sp>
        </p:grpSp>
        <p:sp>
          <p:nvSpPr>
            <p:cNvPr id="144" name="CustomShape 15">
              <a:extLst>
                <a:ext uri="{FF2B5EF4-FFF2-40B4-BE49-F238E27FC236}">
                  <a16:creationId xmlns:a16="http://schemas.microsoft.com/office/drawing/2014/main" id="{299AB4A1-1ECC-4566-97EE-42078E96CD6C}"/>
                </a:ext>
              </a:extLst>
            </p:cNvPr>
            <p:cNvSpPr/>
            <p:nvPr/>
          </p:nvSpPr>
          <p:spPr>
            <a:xfrm>
              <a:off x="8873684" y="1112808"/>
              <a:ext cx="784922" cy="44964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280" spc="-2" dirty="0">
                  <a:solidFill>
                    <a:srgbClr val="000000"/>
                  </a:solidFill>
                </a:rPr>
                <a:t>RTLibs</a:t>
              </a:r>
              <a:endParaRPr lang="en-IN" sz="1280" spc="-2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B900A51-94B6-48C5-8EF8-785DB9FC7677}"/>
              </a:ext>
            </a:extLst>
          </p:cNvPr>
          <p:cNvGrpSpPr/>
          <p:nvPr/>
        </p:nvGrpSpPr>
        <p:grpSpPr>
          <a:xfrm>
            <a:off x="1784192" y="1482981"/>
            <a:ext cx="6978802" cy="485802"/>
            <a:chOff x="1566351" y="1638588"/>
            <a:chExt cx="6978802" cy="48580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C0B00C2-16C0-4BB0-A299-1CA2AC879EDA}"/>
                </a:ext>
              </a:extLst>
            </p:cNvPr>
            <p:cNvGrpSpPr/>
            <p:nvPr/>
          </p:nvGrpSpPr>
          <p:grpSpPr>
            <a:xfrm>
              <a:off x="1566351" y="1650478"/>
              <a:ext cx="6073652" cy="473912"/>
              <a:chOff x="1783584" y="1740251"/>
              <a:chExt cx="6073652" cy="473912"/>
            </a:xfrm>
          </p:grpSpPr>
          <p:sp>
            <p:nvSpPr>
              <p:cNvPr id="113" name="CustomShape 24">
                <a:extLst>
                  <a:ext uri="{FF2B5EF4-FFF2-40B4-BE49-F238E27FC236}">
                    <a16:creationId xmlns:a16="http://schemas.microsoft.com/office/drawing/2014/main" id="{F7FC4F91-0E6E-4B6E-BF07-BC51B5C929A5}"/>
                  </a:ext>
                </a:extLst>
              </p:cNvPr>
              <p:cNvSpPr/>
              <p:nvPr/>
            </p:nvSpPr>
            <p:spPr>
              <a:xfrm>
                <a:off x="1783584" y="1752675"/>
                <a:ext cx="893325" cy="449641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US" sz="1280" spc="-2" dirty="0">
                    <a:solidFill>
                      <a:srgbClr val="FFFFFF"/>
                    </a:solidFill>
                    <a:latin typeface="Arial"/>
                  </a:rPr>
                  <a:t>Demos</a:t>
                </a:r>
                <a:endParaRPr lang="en-IN" sz="1280" spc="-2" dirty="0">
                  <a:solidFill>
                    <a:srgbClr val="FFFFFF"/>
                  </a:solidFill>
                  <a:latin typeface="Arial"/>
                </a:endParaRPr>
              </a:p>
            </p:txBody>
          </p: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CD7E9940-E88B-4DF5-8A05-B042DA614BE4}"/>
                  </a:ext>
                </a:extLst>
              </p:cNvPr>
              <p:cNvGrpSpPr/>
              <p:nvPr/>
            </p:nvGrpSpPr>
            <p:grpSpPr>
              <a:xfrm>
                <a:off x="2808749" y="1743054"/>
                <a:ext cx="4273830" cy="471109"/>
                <a:chOff x="2760994" y="4586880"/>
                <a:chExt cx="4273830" cy="557554"/>
              </a:xfrm>
            </p:grpSpPr>
            <p:sp>
              <p:nvSpPr>
                <p:cNvPr id="128" name="CustomShape 24">
                  <a:extLst>
                    <a:ext uri="{FF2B5EF4-FFF2-40B4-BE49-F238E27FC236}">
                      <a16:creationId xmlns:a16="http://schemas.microsoft.com/office/drawing/2014/main" id="{FEA79133-1A9F-46F4-904E-48CA29EEAD64}"/>
                    </a:ext>
                  </a:extLst>
                </p:cNvPr>
                <p:cNvSpPr/>
                <p:nvPr/>
              </p:nvSpPr>
              <p:spPr>
                <a:xfrm>
                  <a:off x="6141508" y="4586880"/>
                  <a:ext cx="893316" cy="557554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  <a:effectLst>
                  <a:outerShdw blurRad="50760" dist="37674" dir="2700000" algn="tl" rotWithShape="0">
                    <a:srgbClr val="000000">
                      <a:alpha val="40000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wrap="none" lIns="90000" tIns="45000" rIns="90000" bIns="45000" anchor="ctr">
                  <a:noAutofit/>
                </a:bodyPr>
                <a:lstStyle/>
                <a:p>
                  <a:pPr algn="ctr"/>
                  <a:r>
                    <a:rPr lang="en-US" sz="1280" spc="-2" dirty="0">
                      <a:solidFill>
                        <a:srgbClr val="000000"/>
                      </a:solidFill>
                      <a:latin typeface="Arial"/>
                    </a:rPr>
                    <a:t>Tamagawa</a:t>
                  </a:r>
                  <a:endParaRPr lang="en-IN" sz="1280" spc="-2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29" name="CustomShape 8">
                  <a:extLst>
                    <a:ext uri="{FF2B5EF4-FFF2-40B4-BE49-F238E27FC236}">
                      <a16:creationId xmlns:a16="http://schemas.microsoft.com/office/drawing/2014/main" id="{734FC023-5DA4-4516-B9FA-63B9819EBE4C}"/>
                    </a:ext>
                  </a:extLst>
                </p:cNvPr>
                <p:cNvSpPr/>
                <p:nvPr/>
              </p:nvSpPr>
              <p:spPr>
                <a:xfrm>
                  <a:off x="4866354" y="4603290"/>
                  <a:ext cx="1175067" cy="539181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  <a:effectLst>
                  <a:outerShdw blurRad="50760" dist="37674" dir="2700000" algn="tl" rotWithShape="0">
                    <a:srgbClr val="000000">
                      <a:alpha val="40000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wrap="none" lIns="90000" tIns="45000" rIns="90000" bIns="45000" anchor="ctr">
                  <a:noAutofit/>
                </a:bodyPr>
                <a:lstStyle/>
                <a:p>
                  <a:pPr algn="ctr"/>
                  <a:r>
                    <a:rPr lang="en-US" sz="11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Dual-Servo Motor</a:t>
                  </a:r>
                </a:p>
                <a:p>
                  <a:pPr algn="ctr"/>
                  <a:r>
                    <a:rPr lang="en-US" sz="11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Drive Reference </a:t>
                  </a:r>
                </a:p>
                <a:p>
                  <a:pPr algn="ctr"/>
                  <a:r>
                    <a:rPr lang="en-US" sz="11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Design</a:t>
                  </a:r>
                </a:p>
              </p:txBody>
            </p:sp>
            <p:sp>
              <p:nvSpPr>
                <p:cNvPr id="133" name="CustomShape 24">
                  <a:extLst>
                    <a:ext uri="{FF2B5EF4-FFF2-40B4-BE49-F238E27FC236}">
                      <a16:creationId xmlns:a16="http://schemas.microsoft.com/office/drawing/2014/main" id="{572277B0-1A53-4660-BDEE-391E11761B67}"/>
                    </a:ext>
                  </a:extLst>
                </p:cNvPr>
                <p:cNvSpPr/>
                <p:nvPr/>
              </p:nvSpPr>
              <p:spPr>
                <a:xfrm>
                  <a:off x="3774539" y="4592743"/>
                  <a:ext cx="971586" cy="539181"/>
                </a:xfrm>
                <a:prstGeom prst="rect">
                  <a:avLst/>
                </a:prstGeom>
                <a:solidFill>
                  <a:srgbClr val="92D050"/>
                </a:solidFill>
                <a:ln>
                  <a:noFill/>
                </a:ln>
                <a:effectLst>
                  <a:outerShdw blurRad="50760" dist="37674" dir="2700000" algn="tl" rotWithShape="0">
                    <a:srgbClr val="000000">
                      <a:alpha val="40000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/>
                  <a:r>
                    <a:rPr lang="en-IN" sz="1280" spc="-2" dirty="0">
                      <a:solidFill>
                        <a:srgbClr val="000000"/>
                      </a:solidFill>
                    </a:rPr>
                    <a:t>HSR/PRP</a:t>
                  </a:r>
                </a:p>
              </p:txBody>
            </p:sp>
            <p:sp>
              <p:nvSpPr>
                <p:cNvPr id="134" name="CustomShape 8">
                  <a:extLst>
                    <a:ext uri="{FF2B5EF4-FFF2-40B4-BE49-F238E27FC236}">
                      <a16:creationId xmlns:a16="http://schemas.microsoft.com/office/drawing/2014/main" id="{D9DC5E4D-88D1-42F8-8264-441BF9E70E97}"/>
                    </a:ext>
                  </a:extLst>
                </p:cNvPr>
                <p:cNvSpPr/>
                <p:nvPr/>
              </p:nvSpPr>
              <p:spPr>
                <a:xfrm>
                  <a:off x="2760994" y="4594644"/>
                  <a:ext cx="893316" cy="539181"/>
                </a:xfrm>
                <a:prstGeom prst="rect">
                  <a:avLst/>
                </a:prstGeom>
                <a:solidFill>
                  <a:srgbClr val="92D050"/>
                </a:solidFill>
                <a:ln>
                  <a:noFill/>
                </a:ln>
                <a:effectLst>
                  <a:outerShdw blurRad="50760" dist="37674" dir="2700000" algn="tl" rotWithShape="0">
                    <a:srgbClr val="000000">
                      <a:alpha val="40000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/>
                  <a:r>
                    <a:rPr lang="en-IN" sz="1280" spc="-2" dirty="0">
                      <a:solidFill>
                        <a:srgbClr val="000000"/>
                      </a:solidFill>
                      <a:latin typeface="Arial"/>
                    </a:rPr>
                    <a:t>IOLINK</a:t>
                  </a:r>
                </a:p>
              </p:txBody>
            </p:sp>
          </p:grpSp>
          <p:sp>
            <p:nvSpPr>
              <p:cNvPr id="69" name="CustomShape 15">
                <a:extLst>
                  <a:ext uri="{FF2B5EF4-FFF2-40B4-BE49-F238E27FC236}">
                    <a16:creationId xmlns:a16="http://schemas.microsoft.com/office/drawing/2014/main" id="{8A3830DC-B333-42A1-B4EF-A0D887783B68}"/>
                  </a:ext>
                </a:extLst>
              </p:cNvPr>
              <p:cNvSpPr/>
              <p:nvPr/>
            </p:nvSpPr>
            <p:spPr>
              <a:xfrm>
                <a:off x="7202808" y="1740251"/>
                <a:ext cx="654428" cy="471110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US" sz="1280" spc="-2" dirty="0">
                    <a:solidFill>
                      <a:srgbClr val="000000"/>
                    </a:solidFill>
                  </a:rPr>
                  <a:t>SDFM</a:t>
                </a:r>
                <a:endParaRPr lang="en-IN" sz="1280" spc="-2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72" name="CustomShape 15">
              <a:extLst>
                <a:ext uri="{FF2B5EF4-FFF2-40B4-BE49-F238E27FC236}">
                  <a16:creationId xmlns:a16="http://schemas.microsoft.com/office/drawing/2014/main" id="{4C5CC9F6-6CC6-428B-8A4E-2355A376DCF7}"/>
                </a:ext>
              </a:extLst>
            </p:cNvPr>
            <p:cNvSpPr/>
            <p:nvPr/>
          </p:nvSpPr>
          <p:spPr>
            <a:xfrm>
              <a:off x="7760231" y="1638588"/>
              <a:ext cx="784922" cy="47110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280" spc="-2" dirty="0">
                  <a:solidFill>
                    <a:srgbClr val="000000"/>
                  </a:solidFill>
                </a:rPr>
                <a:t>BiSS-C</a:t>
              </a:r>
              <a:endParaRPr lang="en-IN" sz="1280" spc="-2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4" name="CustomShape 15">
            <a:extLst>
              <a:ext uri="{FF2B5EF4-FFF2-40B4-BE49-F238E27FC236}">
                <a16:creationId xmlns:a16="http://schemas.microsoft.com/office/drawing/2014/main" id="{454D07F2-B9A3-4D60-88C5-BC673115BBD6}"/>
              </a:ext>
            </a:extLst>
          </p:cNvPr>
          <p:cNvSpPr/>
          <p:nvPr/>
        </p:nvSpPr>
        <p:spPr>
          <a:xfrm>
            <a:off x="8872957" y="1484364"/>
            <a:ext cx="784922" cy="471109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en-US" sz="1280" spc="-2" dirty="0">
                <a:solidFill>
                  <a:srgbClr val="000000"/>
                </a:solidFill>
              </a:rPr>
              <a:t>PRUICSS </a:t>
            </a:r>
          </a:p>
          <a:p>
            <a:pPr algn="ctr"/>
            <a:r>
              <a:rPr lang="en-US" sz="1280" spc="-2" dirty="0">
                <a:solidFill>
                  <a:srgbClr val="000000"/>
                </a:solidFill>
              </a:rPr>
              <a:t>PWM</a:t>
            </a:r>
            <a:endParaRPr lang="en-IN" sz="1280" spc="-2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CustomShape 15">
            <a:extLst>
              <a:ext uri="{FF2B5EF4-FFF2-40B4-BE49-F238E27FC236}">
                <a16:creationId xmlns:a16="http://schemas.microsoft.com/office/drawing/2014/main" id="{A66BEF25-718C-42F8-B4AD-47D4B69E58E4}"/>
              </a:ext>
            </a:extLst>
          </p:cNvPr>
          <p:cNvSpPr/>
          <p:nvPr/>
        </p:nvSpPr>
        <p:spPr>
          <a:xfrm>
            <a:off x="5397091" y="4200006"/>
            <a:ext cx="987669" cy="44964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en-US" sz="1280" spc="-2" dirty="0">
                <a:solidFill>
                  <a:srgbClr val="000000"/>
                </a:solidFill>
              </a:rPr>
              <a:t>PRUICSS </a:t>
            </a:r>
          </a:p>
          <a:p>
            <a:pPr algn="ctr"/>
            <a:r>
              <a:rPr lang="en-US" sz="1280" spc="-2" dirty="0">
                <a:solidFill>
                  <a:srgbClr val="000000"/>
                </a:solidFill>
              </a:rPr>
              <a:t>PWM</a:t>
            </a:r>
            <a:endParaRPr lang="en-IN" sz="1280" spc="-2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CustomShape 15">
            <a:extLst>
              <a:ext uri="{FF2B5EF4-FFF2-40B4-BE49-F238E27FC236}">
                <a16:creationId xmlns:a16="http://schemas.microsoft.com/office/drawing/2014/main" id="{A187BFD9-EF2A-48E9-8359-90165FE849BF}"/>
              </a:ext>
            </a:extLst>
          </p:cNvPr>
          <p:cNvSpPr/>
          <p:nvPr/>
        </p:nvSpPr>
        <p:spPr>
          <a:xfrm>
            <a:off x="8791196" y="4161392"/>
            <a:ext cx="987382" cy="443974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280" spc="-2" dirty="0">
                <a:solidFill>
                  <a:srgbClr val="000000"/>
                </a:solidFill>
              </a:rPr>
              <a:t>BiSS-C</a:t>
            </a:r>
            <a:endParaRPr lang="en-IN" sz="1280" spc="-2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CustomShape 15">
            <a:extLst>
              <a:ext uri="{FF2B5EF4-FFF2-40B4-BE49-F238E27FC236}">
                <a16:creationId xmlns:a16="http://schemas.microsoft.com/office/drawing/2014/main" id="{E158EF4E-99E5-4BAE-9F0A-48570C790A4B}"/>
              </a:ext>
            </a:extLst>
          </p:cNvPr>
          <p:cNvSpPr/>
          <p:nvPr/>
        </p:nvSpPr>
        <p:spPr>
          <a:xfrm>
            <a:off x="7978072" y="875978"/>
            <a:ext cx="784921" cy="44964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en-US" sz="1280" spc="-2" dirty="0">
                <a:solidFill>
                  <a:srgbClr val="000000"/>
                </a:solidFill>
              </a:rPr>
              <a:t>Nikon </a:t>
            </a:r>
          </a:p>
          <a:p>
            <a:pPr algn="ctr"/>
            <a:r>
              <a:rPr lang="en-US" sz="1280" spc="-2" dirty="0">
                <a:solidFill>
                  <a:srgbClr val="000000"/>
                </a:solidFill>
              </a:rPr>
              <a:t>A-Format</a:t>
            </a:r>
            <a:endParaRPr lang="en-IN" sz="1280" spc="-2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CustomShape 15">
            <a:extLst>
              <a:ext uri="{FF2B5EF4-FFF2-40B4-BE49-F238E27FC236}">
                <a16:creationId xmlns:a16="http://schemas.microsoft.com/office/drawing/2014/main" id="{B0DC690B-AD5B-46F1-BD85-F5E786C440FA}"/>
              </a:ext>
            </a:extLst>
          </p:cNvPr>
          <p:cNvSpPr/>
          <p:nvPr/>
        </p:nvSpPr>
        <p:spPr>
          <a:xfrm>
            <a:off x="7886623" y="3608242"/>
            <a:ext cx="784921" cy="44964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en-US" sz="1280" spc="-2" dirty="0">
                <a:solidFill>
                  <a:srgbClr val="000000"/>
                </a:solidFill>
              </a:rPr>
              <a:t>Nikon </a:t>
            </a:r>
          </a:p>
          <a:p>
            <a:pPr algn="ctr"/>
            <a:r>
              <a:rPr lang="en-US" sz="1280" spc="-2" dirty="0">
                <a:solidFill>
                  <a:srgbClr val="000000"/>
                </a:solidFill>
              </a:rPr>
              <a:t>A-Format</a:t>
            </a:r>
            <a:endParaRPr lang="en-IN" sz="1280" spc="-2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D31DDA8-6026-46C3-898E-6B3CDD0BAD65}"/>
              </a:ext>
            </a:extLst>
          </p:cNvPr>
          <p:cNvGrpSpPr/>
          <p:nvPr/>
        </p:nvGrpSpPr>
        <p:grpSpPr>
          <a:xfrm>
            <a:off x="10156092" y="1042427"/>
            <a:ext cx="1148754" cy="5041302"/>
            <a:chOff x="10156092" y="1042427"/>
            <a:chExt cx="1148754" cy="504130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E5B55A8-54EE-42C7-A85C-ACE2A970BBE7}"/>
                </a:ext>
              </a:extLst>
            </p:cNvPr>
            <p:cNvGrpSpPr/>
            <p:nvPr/>
          </p:nvGrpSpPr>
          <p:grpSpPr>
            <a:xfrm>
              <a:off x="10156092" y="1042427"/>
              <a:ext cx="1148754" cy="5041302"/>
              <a:chOff x="10031151" y="1253369"/>
              <a:chExt cx="1148754" cy="5041302"/>
            </a:xfrm>
          </p:grpSpPr>
          <p:sp>
            <p:nvSpPr>
              <p:cNvPr id="54" name="CustomShape 8">
                <a:extLst>
                  <a:ext uri="{FF2B5EF4-FFF2-40B4-BE49-F238E27FC236}">
                    <a16:creationId xmlns:a16="http://schemas.microsoft.com/office/drawing/2014/main" id="{12F95B4D-3759-4104-8D58-EAF6518E9F95}"/>
                  </a:ext>
                </a:extLst>
              </p:cNvPr>
              <p:cNvSpPr/>
              <p:nvPr/>
            </p:nvSpPr>
            <p:spPr>
              <a:xfrm>
                <a:off x="10065487" y="1701064"/>
                <a:ext cx="1114418" cy="370347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IN" sz="1280" spc="-2" dirty="0">
                    <a:solidFill>
                      <a:srgbClr val="000000"/>
                    </a:solidFill>
                    <a:latin typeface="Arial"/>
                  </a:rPr>
                  <a:t>EnDat</a:t>
                </a:r>
              </a:p>
            </p:txBody>
          </p:sp>
          <p:sp>
            <p:nvSpPr>
              <p:cNvPr id="55" name="CustomShape 8">
                <a:extLst>
                  <a:ext uri="{FF2B5EF4-FFF2-40B4-BE49-F238E27FC236}">
                    <a16:creationId xmlns:a16="http://schemas.microsoft.com/office/drawing/2014/main" id="{D3B83D30-7279-4106-8E40-EC7C6D8CAA48}"/>
                  </a:ext>
                </a:extLst>
              </p:cNvPr>
              <p:cNvSpPr/>
              <p:nvPr/>
            </p:nvSpPr>
            <p:spPr>
              <a:xfrm>
                <a:off x="10054872" y="3077770"/>
                <a:ext cx="1114418" cy="370347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US" sz="1280" spc="-2" dirty="0">
                    <a:solidFill>
                      <a:srgbClr val="000000"/>
                    </a:solidFill>
                    <a:latin typeface="Arial"/>
                  </a:rPr>
                  <a:t>Tamagawa</a:t>
                </a:r>
                <a:endParaRPr lang="en-IN" sz="1280" spc="-2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" name="CustomShape 8">
                <a:extLst>
                  <a:ext uri="{FF2B5EF4-FFF2-40B4-BE49-F238E27FC236}">
                    <a16:creationId xmlns:a16="http://schemas.microsoft.com/office/drawing/2014/main" id="{88B97E17-05DC-49D0-B861-F3FA96A2799E}"/>
                  </a:ext>
                </a:extLst>
              </p:cNvPr>
              <p:cNvSpPr/>
              <p:nvPr/>
            </p:nvSpPr>
            <p:spPr>
              <a:xfrm>
                <a:off x="10031151" y="3556829"/>
                <a:ext cx="1114418" cy="370347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IN" sz="1280" spc="-2" dirty="0">
                    <a:solidFill>
                      <a:srgbClr val="000000"/>
                    </a:solidFill>
                    <a:latin typeface="Arial"/>
                  </a:rPr>
                  <a:t>SDFM</a:t>
                </a:r>
              </a:p>
            </p:txBody>
          </p:sp>
          <p:sp>
            <p:nvSpPr>
              <p:cNvPr id="63" name="CustomShape 8">
                <a:extLst>
                  <a:ext uri="{FF2B5EF4-FFF2-40B4-BE49-F238E27FC236}">
                    <a16:creationId xmlns:a16="http://schemas.microsoft.com/office/drawing/2014/main" id="{7606A0F4-DCD2-4066-9BF4-874B6FC1A482}"/>
                  </a:ext>
                </a:extLst>
              </p:cNvPr>
              <p:cNvSpPr/>
              <p:nvPr/>
            </p:nvSpPr>
            <p:spPr>
              <a:xfrm>
                <a:off x="10054872" y="2151772"/>
                <a:ext cx="1114418" cy="370347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IN" sz="1280" spc="-2" dirty="0">
                    <a:solidFill>
                      <a:srgbClr val="000000"/>
                    </a:solidFill>
                    <a:latin typeface="Arial"/>
                  </a:rPr>
                  <a:t>HDSL</a:t>
                </a:r>
              </a:p>
            </p:txBody>
          </p:sp>
          <p:sp>
            <p:nvSpPr>
              <p:cNvPr id="43" name="CustomShape 8">
                <a:extLst>
                  <a:ext uri="{FF2B5EF4-FFF2-40B4-BE49-F238E27FC236}">
                    <a16:creationId xmlns:a16="http://schemas.microsoft.com/office/drawing/2014/main" id="{B9B9C38B-2189-4BCB-BA18-0A4C8D7E9AC8}"/>
                  </a:ext>
                </a:extLst>
              </p:cNvPr>
              <p:cNvSpPr/>
              <p:nvPr/>
            </p:nvSpPr>
            <p:spPr>
              <a:xfrm>
                <a:off x="10048745" y="4020464"/>
                <a:ext cx="1114418" cy="370347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56250" tIns="28125" rIns="56250" bIns="28125" anchor="ctr">
                <a:noAutofit/>
              </a:bodyPr>
              <a:lstStyle/>
              <a:p>
                <a:pPr algn="ctr"/>
                <a:r>
                  <a:rPr lang="en-US" sz="1280" spc="-1" dirty="0">
                    <a:solidFill>
                      <a:srgbClr val="000000"/>
                    </a:solidFill>
                    <a:latin typeface="Arial"/>
                  </a:rPr>
                  <a:t>EtherNet/IP</a:t>
                </a:r>
                <a:endParaRPr lang="en-IN" sz="1280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4" name="CustomShape 8">
                <a:extLst>
                  <a:ext uri="{FF2B5EF4-FFF2-40B4-BE49-F238E27FC236}">
                    <a16:creationId xmlns:a16="http://schemas.microsoft.com/office/drawing/2014/main" id="{64360DD5-025B-4378-8504-C84B4FA5AF28}"/>
                  </a:ext>
                </a:extLst>
              </p:cNvPr>
              <p:cNvSpPr/>
              <p:nvPr/>
            </p:nvSpPr>
            <p:spPr>
              <a:xfrm>
                <a:off x="10061000" y="4477967"/>
                <a:ext cx="1102163" cy="370347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56250" tIns="28125" rIns="56250" bIns="28125" anchor="ctr">
                <a:noAutofit/>
              </a:bodyPr>
              <a:lstStyle/>
              <a:p>
                <a:pPr algn="ctr"/>
                <a:r>
                  <a:rPr lang="en-US" sz="1280" spc="-1" dirty="0">
                    <a:solidFill>
                      <a:srgbClr val="000000"/>
                    </a:solidFill>
                    <a:latin typeface="Arial"/>
                  </a:rPr>
                  <a:t>EtherCAT</a:t>
                </a:r>
                <a:endParaRPr lang="en-IN" sz="1280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5" name="CustomShape 8">
                <a:extLst>
                  <a:ext uri="{FF2B5EF4-FFF2-40B4-BE49-F238E27FC236}">
                    <a16:creationId xmlns:a16="http://schemas.microsoft.com/office/drawing/2014/main" id="{32A75533-C752-44D1-9C09-E3E3E9A8E712}"/>
                  </a:ext>
                </a:extLst>
              </p:cNvPr>
              <p:cNvSpPr/>
              <p:nvPr/>
            </p:nvSpPr>
            <p:spPr>
              <a:xfrm>
                <a:off x="10064545" y="4935470"/>
                <a:ext cx="1091855" cy="370347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56250" tIns="28125" rIns="56250" bIns="28125" anchor="ctr">
                <a:noAutofit/>
              </a:bodyPr>
              <a:lstStyle/>
              <a:p>
                <a:pPr algn="ctr"/>
                <a:r>
                  <a:rPr lang="en-IN" sz="1280" spc="-1" dirty="0">
                    <a:solidFill>
                      <a:srgbClr val="000000"/>
                    </a:solidFill>
                    <a:latin typeface="Arial"/>
                  </a:rPr>
                  <a:t>Profinet</a:t>
                </a:r>
              </a:p>
            </p:txBody>
          </p:sp>
          <p:sp>
            <p:nvSpPr>
              <p:cNvPr id="46" name="CustomShape 8">
                <a:extLst>
                  <a:ext uri="{FF2B5EF4-FFF2-40B4-BE49-F238E27FC236}">
                    <a16:creationId xmlns:a16="http://schemas.microsoft.com/office/drawing/2014/main" id="{F14C8740-1E3F-43F2-A90F-7AED10928173}"/>
                  </a:ext>
                </a:extLst>
              </p:cNvPr>
              <p:cNvSpPr/>
              <p:nvPr/>
            </p:nvSpPr>
            <p:spPr>
              <a:xfrm>
                <a:off x="10042819" y="5441107"/>
                <a:ext cx="1102162" cy="370347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56250" tIns="28125" rIns="56250" bIns="28125" anchor="ctr">
                <a:noAutofit/>
              </a:bodyPr>
              <a:lstStyle/>
              <a:p>
                <a:pPr algn="ctr"/>
                <a:r>
                  <a:rPr lang="en-IN" sz="1280" spc="-1" dirty="0">
                    <a:solidFill>
                      <a:srgbClr val="000000"/>
                    </a:solidFill>
                    <a:latin typeface="Arial"/>
                  </a:rPr>
                  <a:t>HSR/PRP</a:t>
                </a:r>
              </a:p>
            </p:txBody>
          </p:sp>
          <p:sp>
            <p:nvSpPr>
              <p:cNvPr id="48" name="CustomShape 8">
                <a:extLst>
                  <a:ext uri="{FF2B5EF4-FFF2-40B4-BE49-F238E27FC236}">
                    <a16:creationId xmlns:a16="http://schemas.microsoft.com/office/drawing/2014/main" id="{5A281F1F-1FED-41D1-9B89-8CD6235CB383}"/>
                  </a:ext>
                </a:extLst>
              </p:cNvPr>
              <p:cNvSpPr/>
              <p:nvPr/>
            </p:nvSpPr>
            <p:spPr>
              <a:xfrm>
                <a:off x="10031151" y="5924324"/>
                <a:ext cx="1102161" cy="370347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56250" tIns="28125" rIns="56250" bIns="28125" anchor="ctr">
                <a:noAutofit/>
              </a:bodyPr>
              <a:lstStyle/>
              <a:p>
                <a:pPr algn="ctr"/>
                <a:r>
                  <a:rPr lang="en-IN" sz="1100" spc="-1" dirty="0">
                    <a:solidFill>
                      <a:srgbClr val="000000"/>
                    </a:solidFill>
                    <a:latin typeface="Arial"/>
                  </a:rPr>
                  <a:t>ENET MAC/Switch</a:t>
                </a:r>
              </a:p>
            </p:txBody>
          </p:sp>
          <p:sp>
            <p:nvSpPr>
              <p:cNvPr id="81" name="CustomShape 8">
                <a:extLst>
                  <a:ext uri="{FF2B5EF4-FFF2-40B4-BE49-F238E27FC236}">
                    <a16:creationId xmlns:a16="http://schemas.microsoft.com/office/drawing/2014/main" id="{DA175DF9-35CC-4E63-BB7D-886445F2B22F}"/>
                  </a:ext>
                </a:extLst>
              </p:cNvPr>
              <p:cNvSpPr/>
              <p:nvPr/>
            </p:nvSpPr>
            <p:spPr>
              <a:xfrm>
                <a:off x="10043786" y="1253369"/>
                <a:ext cx="1114418" cy="370347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IN" sz="1280" spc="-2" dirty="0">
                    <a:solidFill>
                      <a:srgbClr val="000000"/>
                    </a:solidFill>
                    <a:latin typeface="Arial"/>
                  </a:rPr>
                  <a:t>BiSS-C</a:t>
                </a:r>
              </a:p>
            </p:txBody>
          </p:sp>
        </p:grpSp>
        <p:sp>
          <p:nvSpPr>
            <p:cNvPr id="102" name="CustomShape 8">
              <a:extLst>
                <a:ext uri="{FF2B5EF4-FFF2-40B4-BE49-F238E27FC236}">
                  <a16:creationId xmlns:a16="http://schemas.microsoft.com/office/drawing/2014/main" id="{D3B04458-DB2E-44DE-BD3C-AFF2D17036A5}"/>
                </a:ext>
              </a:extLst>
            </p:cNvPr>
            <p:cNvSpPr/>
            <p:nvPr/>
          </p:nvSpPr>
          <p:spPr>
            <a:xfrm>
              <a:off x="10168727" y="2395597"/>
              <a:ext cx="1114418" cy="37034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Nikon A-Format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0930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5729B-986F-4361-8441-2202045AB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40" y="171461"/>
            <a:ext cx="13533120" cy="448308"/>
          </a:xfrm>
        </p:spPr>
        <p:txBody>
          <a:bodyPr/>
          <a:lstStyle/>
          <a:p>
            <a:r>
              <a:rPr lang="en-US" sz="2800" dirty="0"/>
              <a:t>Motor Control SDK </a:t>
            </a:r>
            <a:r>
              <a:rPr lang="en-US" sz="2800" dirty="0">
                <a:solidFill>
                  <a:schemeClr val="tx1"/>
                </a:solidFill>
              </a:rPr>
              <a:t>| Component Mapping for AM263x</a:t>
            </a:r>
          </a:p>
        </p:txBody>
      </p:sp>
      <p:sp>
        <p:nvSpPr>
          <p:cNvPr id="93" name="CustomShape 1">
            <a:extLst>
              <a:ext uri="{FF2B5EF4-FFF2-40B4-BE49-F238E27FC236}">
                <a16:creationId xmlns:a16="http://schemas.microsoft.com/office/drawing/2014/main" id="{F2BD7EF1-9939-4343-B882-9BB7D2B6DE8E}"/>
              </a:ext>
            </a:extLst>
          </p:cNvPr>
          <p:cNvSpPr/>
          <p:nvPr/>
        </p:nvSpPr>
        <p:spPr>
          <a:xfrm>
            <a:off x="1984105" y="5123174"/>
            <a:ext cx="5749210" cy="1005164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  <a:ea typeface="DejaVu Sans"/>
              </a:rPr>
              <a:t>OS Kernel</a:t>
            </a:r>
            <a:endParaRPr lang="en-IN" spc="-2" dirty="0">
              <a:latin typeface="Arial"/>
            </a:endParaRPr>
          </a:p>
        </p:txBody>
      </p:sp>
      <p:sp>
        <p:nvSpPr>
          <p:cNvPr id="94" name="CustomShape 3">
            <a:extLst>
              <a:ext uri="{FF2B5EF4-FFF2-40B4-BE49-F238E27FC236}">
                <a16:creationId xmlns:a16="http://schemas.microsoft.com/office/drawing/2014/main" id="{F396EB7B-63A1-4BA5-B2F2-757577BDD2A9}"/>
              </a:ext>
            </a:extLst>
          </p:cNvPr>
          <p:cNvSpPr/>
          <p:nvPr/>
        </p:nvSpPr>
        <p:spPr>
          <a:xfrm>
            <a:off x="5129692" y="5199495"/>
            <a:ext cx="2399399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spc="-2" dirty="0">
                <a:solidFill>
                  <a:srgbClr val="FFFFFF"/>
                </a:solidFill>
                <a:latin typeface="Arial"/>
                <a:ea typeface="DejaVu Sans"/>
              </a:rPr>
              <a:t>Driver Porting Layer (DPL)</a:t>
            </a:r>
            <a:endParaRPr lang="en-IN" sz="1200" spc="-2" dirty="0">
              <a:latin typeface="Arial"/>
            </a:endParaRPr>
          </a:p>
        </p:txBody>
      </p:sp>
      <p:sp>
        <p:nvSpPr>
          <p:cNvPr id="96" name="CustomShape 5">
            <a:extLst>
              <a:ext uri="{FF2B5EF4-FFF2-40B4-BE49-F238E27FC236}">
                <a16:creationId xmlns:a16="http://schemas.microsoft.com/office/drawing/2014/main" id="{59C50511-9CD0-4024-89B9-50BB30830633}"/>
              </a:ext>
            </a:extLst>
          </p:cNvPr>
          <p:cNvSpPr/>
          <p:nvPr/>
        </p:nvSpPr>
        <p:spPr>
          <a:xfrm>
            <a:off x="6506435" y="5655616"/>
            <a:ext cx="1002278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spc="-2" dirty="0">
                <a:solidFill>
                  <a:srgbClr val="FFFFFF"/>
                </a:solidFill>
                <a:latin typeface="Arial"/>
                <a:ea typeface="DejaVu Sans"/>
              </a:rPr>
              <a:t>No RTOS</a:t>
            </a:r>
            <a:endParaRPr lang="en-IN" sz="1200" spc="-2" dirty="0">
              <a:latin typeface="Arial"/>
            </a:endParaRPr>
          </a:p>
        </p:txBody>
      </p:sp>
      <p:sp>
        <p:nvSpPr>
          <p:cNvPr id="97" name="CustomShape 6">
            <a:extLst>
              <a:ext uri="{FF2B5EF4-FFF2-40B4-BE49-F238E27FC236}">
                <a16:creationId xmlns:a16="http://schemas.microsoft.com/office/drawing/2014/main" id="{4EC958E8-FC03-4C5C-9647-29B758349B13}"/>
              </a:ext>
            </a:extLst>
          </p:cNvPr>
          <p:cNvSpPr/>
          <p:nvPr/>
        </p:nvSpPr>
        <p:spPr>
          <a:xfrm>
            <a:off x="5129692" y="5665489"/>
            <a:ext cx="1266164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spc="-2" dirty="0">
                <a:solidFill>
                  <a:srgbClr val="FFFFFF"/>
                </a:solidFill>
                <a:latin typeface="Arial"/>
                <a:ea typeface="DejaVu Sans"/>
              </a:rPr>
              <a:t>FreeRTOS Kernel</a:t>
            </a:r>
            <a:endParaRPr lang="en-IN" sz="1200" spc="-2" dirty="0">
              <a:latin typeface="Arial"/>
            </a:endParaRPr>
          </a:p>
        </p:txBody>
      </p:sp>
      <p:sp>
        <p:nvSpPr>
          <p:cNvPr id="98" name="CustomShape 7">
            <a:extLst>
              <a:ext uri="{FF2B5EF4-FFF2-40B4-BE49-F238E27FC236}">
                <a16:creationId xmlns:a16="http://schemas.microsoft.com/office/drawing/2014/main" id="{BBDFF6FF-96DF-415E-B361-BF5DECAA8CF2}"/>
              </a:ext>
            </a:extLst>
          </p:cNvPr>
          <p:cNvSpPr/>
          <p:nvPr/>
        </p:nvSpPr>
        <p:spPr>
          <a:xfrm>
            <a:off x="3841538" y="5208289"/>
            <a:ext cx="1002278" cy="837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spc="-2" dirty="0">
                <a:solidFill>
                  <a:srgbClr val="FFFFFF"/>
                </a:solidFill>
                <a:latin typeface="Arial"/>
                <a:ea typeface="DejaVu Sans"/>
              </a:rPr>
              <a:t>FreeRTOS POSIX </a:t>
            </a:r>
            <a:endParaRPr lang="en-IN" sz="1200" spc="-2" dirty="0">
              <a:latin typeface="Arial"/>
            </a:endParaRPr>
          </a:p>
        </p:txBody>
      </p:sp>
      <p:sp>
        <p:nvSpPr>
          <p:cNvPr id="99" name="CustomShape 8">
            <a:extLst>
              <a:ext uri="{FF2B5EF4-FFF2-40B4-BE49-F238E27FC236}">
                <a16:creationId xmlns:a16="http://schemas.microsoft.com/office/drawing/2014/main" id="{300ACF90-638E-45E4-AA50-B7E85398CF97}"/>
              </a:ext>
            </a:extLst>
          </p:cNvPr>
          <p:cNvSpPr/>
          <p:nvPr/>
        </p:nvSpPr>
        <p:spPr>
          <a:xfrm>
            <a:off x="3814741" y="999062"/>
            <a:ext cx="1031758" cy="449641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280" spc="-2" dirty="0">
                <a:solidFill>
                  <a:srgbClr val="FFFFFF"/>
                </a:solidFill>
                <a:latin typeface="Arial"/>
              </a:rPr>
              <a:t>Examples</a:t>
            </a:r>
            <a:endParaRPr lang="en-IN" sz="128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CustomShape 16">
            <a:extLst>
              <a:ext uri="{FF2B5EF4-FFF2-40B4-BE49-F238E27FC236}">
                <a16:creationId xmlns:a16="http://schemas.microsoft.com/office/drawing/2014/main" id="{4F3D06DA-9050-4F82-9322-CFBBA934B192}"/>
              </a:ext>
            </a:extLst>
          </p:cNvPr>
          <p:cNvSpPr/>
          <p:nvPr/>
        </p:nvSpPr>
        <p:spPr>
          <a:xfrm>
            <a:off x="1974457" y="795733"/>
            <a:ext cx="5738719" cy="1425754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  <a:ea typeface="DejaVu Sans"/>
              </a:rPr>
              <a:t>Examples</a:t>
            </a:r>
            <a:endParaRPr lang="en-IN" spc="-2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  <a:ea typeface="DejaVu Sans"/>
              </a:rPr>
              <a:t>And Demos</a:t>
            </a:r>
            <a:endParaRPr lang="en-IN" spc="-2" dirty="0">
              <a:latin typeface="Arial"/>
            </a:endParaRPr>
          </a:p>
        </p:txBody>
      </p:sp>
      <p:sp>
        <p:nvSpPr>
          <p:cNvPr id="106" name="CustomShape 17">
            <a:extLst>
              <a:ext uri="{FF2B5EF4-FFF2-40B4-BE49-F238E27FC236}">
                <a16:creationId xmlns:a16="http://schemas.microsoft.com/office/drawing/2014/main" id="{A732682E-0FAC-4756-92C6-C873E4A1FBF8}"/>
              </a:ext>
            </a:extLst>
          </p:cNvPr>
          <p:cNvSpPr/>
          <p:nvPr/>
        </p:nvSpPr>
        <p:spPr>
          <a:xfrm>
            <a:off x="9383564" y="793214"/>
            <a:ext cx="1916640" cy="5420132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  <a:ea typeface="DejaVu Sans"/>
              </a:rPr>
              <a:t>Tools</a:t>
            </a:r>
            <a:endParaRPr lang="en-IN" spc="-2" dirty="0">
              <a:latin typeface="Arial"/>
            </a:endParaRPr>
          </a:p>
        </p:txBody>
      </p:sp>
      <p:sp>
        <p:nvSpPr>
          <p:cNvPr id="107" name="CustomShape 18">
            <a:extLst>
              <a:ext uri="{FF2B5EF4-FFF2-40B4-BE49-F238E27FC236}">
                <a16:creationId xmlns:a16="http://schemas.microsoft.com/office/drawing/2014/main" id="{18303473-FA0C-4E6A-A716-8B344B585B1F}"/>
              </a:ext>
            </a:extLst>
          </p:cNvPr>
          <p:cNvSpPr/>
          <p:nvPr/>
        </p:nvSpPr>
        <p:spPr>
          <a:xfrm>
            <a:off x="9540704" y="3707834"/>
            <a:ext cx="1602360" cy="4626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600" spc="-2" dirty="0">
                <a:solidFill>
                  <a:srgbClr val="FFFFFF"/>
                </a:solidFill>
                <a:latin typeface="Arial"/>
              </a:rPr>
              <a:t>SysConfig</a:t>
            </a:r>
            <a:endParaRPr lang="en-IN" sz="160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CustomShape 19">
            <a:extLst>
              <a:ext uri="{FF2B5EF4-FFF2-40B4-BE49-F238E27FC236}">
                <a16:creationId xmlns:a16="http://schemas.microsoft.com/office/drawing/2014/main" id="{8EDCC865-568A-435E-BF7C-851D917BF793}"/>
              </a:ext>
            </a:extLst>
          </p:cNvPr>
          <p:cNvSpPr/>
          <p:nvPr/>
        </p:nvSpPr>
        <p:spPr>
          <a:xfrm>
            <a:off x="9530264" y="5396411"/>
            <a:ext cx="1602360" cy="725093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600" spc="-2" dirty="0">
                <a:solidFill>
                  <a:srgbClr val="FFFFFF"/>
                </a:solidFill>
                <a:latin typeface="Arial"/>
              </a:rPr>
              <a:t>Code Composer Studio (CCS)</a:t>
            </a:r>
            <a:endParaRPr lang="en-IN" sz="160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CustomShape 20">
            <a:extLst>
              <a:ext uri="{FF2B5EF4-FFF2-40B4-BE49-F238E27FC236}">
                <a16:creationId xmlns:a16="http://schemas.microsoft.com/office/drawing/2014/main" id="{A0D9FC60-4F5B-4105-8563-5EFE48BD0569}"/>
              </a:ext>
            </a:extLst>
          </p:cNvPr>
          <p:cNvSpPr/>
          <p:nvPr/>
        </p:nvSpPr>
        <p:spPr>
          <a:xfrm>
            <a:off x="9530264" y="4513854"/>
            <a:ext cx="1602360" cy="62136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600" spc="-2" dirty="0">
                <a:solidFill>
                  <a:srgbClr val="FFFFFF"/>
                </a:solidFill>
                <a:latin typeface="Arial"/>
              </a:rPr>
              <a:t>TI CLANG Compiler</a:t>
            </a:r>
            <a:endParaRPr lang="en-IN" sz="160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CustomShape 21">
            <a:extLst>
              <a:ext uri="{FF2B5EF4-FFF2-40B4-BE49-F238E27FC236}">
                <a16:creationId xmlns:a16="http://schemas.microsoft.com/office/drawing/2014/main" id="{09D8FDC2-2E2B-4C96-9E1C-41CEC48BD62A}"/>
              </a:ext>
            </a:extLst>
          </p:cNvPr>
          <p:cNvSpPr/>
          <p:nvPr/>
        </p:nvSpPr>
        <p:spPr>
          <a:xfrm>
            <a:off x="9519497" y="2471818"/>
            <a:ext cx="1602360" cy="86256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600" spc="-2" dirty="0">
                <a:solidFill>
                  <a:srgbClr val="FFFFFF"/>
                </a:solidFill>
                <a:latin typeface="Arial"/>
              </a:rPr>
              <a:t>TI Resource Explorer (TIREX)</a:t>
            </a:r>
            <a:endParaRPr lang="en-IN" sz="160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CustomShape 22">
            <a:extLst>
              <a:ext uri="{FF2B5EF4-FFF2-40B4-BE49-F238E27FC236}">
                <a16:creationId xmlns:a16="http://schemas.microsoft.com/office/drawing/2014/main" id="{EB428E7A-3FA5-49EF-BD88-DE4809590EBB}"/>
              </a:ext>
            </a:extLst>
          </p:cNvPr>
          <p:cNvSpPr/>
          <p:nvPr/>
        </p:nvSpPr>
        <p:spPr>
          <a:xfrm>
            <a:off x="1974455" y="6294032"/>
            <a:ext cx="5758860" cy="5369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spc="-2" dirty="0">
                <a:solidFill>
                  <a:srgbClr val="FFFFFF"/>
                </a:solidFill>
                <a:latin typeface="Arial"/>
                <a:ea typeface="DejaVu Sans"/>
              </a:rPr>
              <a:t>ARM R5F, ARM M4F + SOC peripherals + EVM peripherals</a:t>
            </a:r>
            <a:endParaRPr lang="en-IN" sz="1600" spc="-2" dirty="0">
              <a:latin typeface="Arial"/>
            </a:endParaRPr>
          </a:p>
        </p:txBody>
      </p:sp>
      <p:sp>
        <p:nvSpPr>
          <p:cNvPr id="112" name="CustomShape 23">
            <a:extLst>
              <a:ext uri="{FF2B5EF4-FFF2-40B4-BE49-F238E27FC236}">
                <a16:creationId xmlns:a16="http://schemas.microsoft.com/office/drawing/2014/main" id="{03A1A3BF-D144-4FDC-942A-8AA5E0B37952}"/>
              </a:ext>
            </a:extLst>
          </p:cNvPr>
          <p:cNvSpPr/>
          <p:nvPr/>
        </p:nvSpPr>
        <p:spPr>
          <a:xfrm>
            <a:off x="9383564" y="6306633"/>
            <a:ext cx="1916640" cy="5243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spc="-2" dirty="0">
                <a:solidFill>
                  <a:srgbClr val="FFFFFF"/>
                </a:solidFill>
                <a:latin typeface="Arial"/>
                <a:ea typeface="DejaVu Sans"/>
              </a:rPr>
              <a:t>X86 Host (Windows / Linux)</a:t>
            </a:r>
            <a:endParaRPr lang="en-IN" sz="1600" spc="-2" dirty="0">
              <a:latin typeface="Arial"/>
            </a:endParaRPr>
          </a:p>
        </p:txBody>
      </p:sp>
      <p:sp>
        <p:nvSpPr>
          <p:cNvPr id="113" name="CustomShape 24">
            <a:extLst>
              <a:ext uri="{FF2B5EF4-FFF2-40B4-BE49-F238E27FC236}">
                <a16:creationId xmlns:a16="http://schemas.microsoft.com/office/drawing/2014/main" id="{F7FC4F91-0E6E-4B6E-BF07-BC51B5C929A5}"/>
              </a:ext>
            </a:extLst>
          </p:cNvPr>
          <p:cNvSpPr/>
          <p:nvPr/>
        </p:nvSpPr>
        <p:spPr>
          <a:xfrm>
            <a:off x="3816124" y="1604082"/>
            <a:ext cx="1031760" cy="491094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280" spc="-2" dirty="0">
                <a:solidFill>
                  <a:srgbClr val="FFFFFF"/>
                </a:solidFill>
                <a:latin typeface="Arial"/>
              </a:rPr>
              <a:t>Demos</a:t>
            </a:r>
            <a:endParaRPr lang="en-IN" sz="128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CustomShape 25">
            <a:extLst>
              <a:ext uri="{FF2B5EF4-FFF2-40B4-BE49-F238E27FC236}">
                <a16:creationId xmlns:a16="http://schemas.microsoft.com/office/drawing/2014/main" id="{DCFBB7F5-443D-4495-A25F-BDA3B199691F}"/>
              </a:ext>
            </a:extLst>
          </p:cNvPr>
          <p:cNvSpPr/>
          <p:nvPr/>
        </p:nvSpPr>
        <p:spPr>
          <a:xfrm>
            <a:off x="9519497" y="1226902"/>
            <a:ext cx="1602360" cy="86256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600" spc="-2" dirty="0">
                <a:solidFill>
                  <a:srgbClr val="FFFFFF"/>
                </a:solidFill>
                <a:latin typeface="Arial"/>
              </a:rPr>
              <a:t>SDK Tools (Flashing, Boot, …)</a:t>
            </a:r>
            <a:endParaRPr lang="en-IN" sz="160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CustomShape 7">
            <a:extLst>
              <a:ext uri="{FF2B5EF4-FFF2-40B4-BE49-F238E27FC236}">
                <a16:creationId xmlns:a16="http://schemas.microsoft.com/office/drawing/2014/main" id="{63348C38-19BF-49D5-8C54-18BEAF892E69}"/>
              </a:ext>
            </a:extLst>
          </p:cNvPr>
          <p:cNvSpPr/>
          <p:nvPr/>
        </p:nvSpPr>
        <p:spPr>
          <a:xfrm>
            <a:off x="3739478" y="6920016"/>
            <a:ext cx="1660156" cy="514877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spc="-2" dirty="0">
                <a:solidFill>
                  <a:srgbClr val="FFFFFF"/>
                </a:solidFill>
                <a:latin typeface="Arial"/>
                <a:ea typeface="DejaVu Sans"/>
              </a:rPr>
              <a:t>MCU+ SDK </a:t>
            </a:r>
            <a:endParaRPr lang="en-IN" sz="1600" spc="-2" dirty="0">
              <a:latin typeface="Arial"/>
            </a:endParaRPr>
          </a:p>
        </p:txBody>
      </p:sp>
      <p:sp>
        <p:nvSpPr>
          <p:cNvPr id="47" name="CustomShape 17">
            <a:extLst>
              <a:ext uri="{FF2B5EF4-FFF2-40B4-BE49-F238E27FC236}">
                <a16:creationId xmlns:a16="http://schemas.microsoft.com/office/drawing/2014/main" id="{4291FF05-F6CE-4A38-84EE-58927DBC4826}"/>
              </a:ext>
            </a:extLst>
          </p:cNvPr>
          <p:cNvSpPr/>
          <p:nvPr/>
        </p:nvSpPr>
        <p:spPr>
          <a:xfrm>
            <a:off x="7833404" y="793214"/>
            <a:ext cx="1404368" cy="5420131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</a:rPr>
              <a:t>Firmware</a:t>
            </a:r>
            <a:endParaRPr lang="en-IN" spc="-2" dirty="0">
              <a:latin typeface="Arial"/>
            </a:endParaRPr>
          </a:p>
        </p:txBody>
      </p:sp>
      <p:sp>
        <p:nvSpPr>
          <p:cNvPr id="52" name="CustomShape 23">
            <a:extLst>
              <a:ext uri="{FF2B5EF4-FFF2-40B4-BE49-F238E27FC236}">
                <a16:creationId xmlns:a16="http://schemas.microsoft.com/office/drawing/2014/main" id="{7BCD0863-F6ED-4DC4-983E-37943352EE5E}"/>
              </a:ext>
            </a:extLst>
          </p:cNvPr>
          <p:cNvSpPr/>
          <p:nvPr/>
        </p:nvSpPr>
        <p:spPr>
          <a:xfrm>
            <a:off x="7833404" y="6306633"/>
            <a:ext cx="1404368" cy="5243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spc="-2" dirty="0">
                <a:solidFill>
                  <a:srgbClr val="FFFFFF"/>
                </a:solidFill>
                <a:latin typeface="Arial"/>
                <a:ea typeface="DejaVu Sans"/>
              </a:rPr>
              <a:t>ICSS</a:t>
            </a:r>
            <a:endParaRPr lang="en-IN" sz="1600" spc="-2" dirty="0">
              <a:latin typeface="Arial"/>
            </a:endParaRPr>
          </a:p>
        </p:txBody>
      </p:sp>
      <p:sp>
        <p:nvSpPr>
          <p:cNvPr id="53" name="CustomShape 15">
            <a:extLst>
              <a:ext uri="{FF2B5EF4-FFF2-40B4-BE49-F238E27FC236}">
                <a16:creationId xmlns:a16="http://schemas.microsoft.com/office/drawing/2014/main" id="{34B5E01D-4EAE-45C9-B426-238451E602E8}"/>
              </a:ext>
            </a:extLst>
          </p:cNvPr>
          <p:cNvSpPr/>
          <p:nvPr/>
        </p:nvSpPr>
        <p:spPr>
          <a:xfrm>
            <a:off x="7527797" y="6920016"/>
            <a:ext cx="1782416" cy="509528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1280" spc="-2" dirty="0">
                <a:solidFill>
                  <a:srgbClr val="000000"/>
                </a:solidFill>
                <a:latin typeface="Arial"/>
              </a:rPr>
              <a:t>Motor Control SDK</a:t>
            </a:r>
          </a:p>
        </p:txBody>
      </p:sp>
      <p:sp>
        <p:nvSpPr>
          <p:cNvPr id="71" name="CustomShape 14">
            <a:extLst>
              <a:ext uri="{FF2B5EF4-FFF2-40B4-BE49-F238E27FC236}">
                <a16:creationId xmlns:a16="http://schemas.microsoft.com/office/drawing/2014/main" id="{EBA946F5-D295-4F2E-8D3D-32CB272F98DA}"/>
              </a:ext>
            </a:extLst>
          </p:cNvPr>
          <p:cNvSpPr/>
          <p:nvPr/>
        </p:nvSpPr>
        <p:spPr>
          <a:xfrm>
            <a:off x="1974457" y="3529383"/>
            <a:ext cx="5758860" cy="137772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  <a:ea typeface="DejaVu Sans"/>
              </a:rPr>
              <a:t>Drivers and</a:t>
            </a:r>
            <a:endParaRPr lang="en-IN" spc="-2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  <a:ea typeface="DejaVu Sans"/>
              </a:rPr>
              <a:t>HAL</a:t>
            </a:r>
            <a:endParaRPr lang="en-IN" spc="-2" dirty="0">
              <a:latin typeface="Arial"/>
            </a:endParaRPr>
          </a:p>
        </p:txBody>
      </p:sp>
      <p:sp>
        <p:nvSpPr>
          <p:cNvPr id="83" name="CustomShape 15">
            <a:extLst>
              <a:ext uri="{FF2B5EF4-FFF2-40B4-BE49-F238E27FC236}">
                <a16:creationId xmlns:a16="http://schemas.microsoft.com/office/drawing/2014/main" id="{2B3E019C-8EF4-444D-8BD9-35787B4CE89D}"/>
              </a:ext>
            </a:extLst>
          </p:cNvPr>
          <p:cNvSpPr/>
          <p:nvPr/>
        </p:nvSpPr>
        <p:spPr>
          <a:xfrm>
            <a:off x="6435589" y="4291694"/>
            <a:ext cx="1094959" cy="49778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280" spc="-2" dirty="0">
                <a:solidFill>
                  <a:srgbClr val="000000"/>
                </a:solidFill>
              </a:rPr>
              <a:t>RTLibs</a:t>
            </a:r>
            <a:endParaRPr lang="en-IN" sz="1280" spc="-2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CustomShape 15">
            <a:extLst>
              <a:ext uri="{FF2B5EF4-FFF2-40B4-BE49-F238E27FC236}">
                <a16:creationId xmlns:a16="http://schemas.microsoft.com/office/drawing/2014/main" id="{301D606C-56BB-4F04-94B2-6CA392EC85A4}"/>
              </a:ext>
            </a:extLst>
          </p:cNvPr>
          <p:cNvSpPr/>
          <p:nvPr/>
        </p:nvSpPr>
        <p:spPr>
          <a:xfrm>
            <a:off x="5524003" y="6922690"/>
            <a:ext cx="1782415" cy="509528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IN" sz="1100" spc="-1" dirty="0">
                <a:solidFill>
                  <a:srgbClr val="000000"/>
                </a:solidFill>
                <a:latin typeface="Arial"/>
              </a:rPr>
              <a:t>Industrial Communications SDK</a:t>
            </a:r>
          </a:p>
        </p:txBody>
      </p:sp>
      <p:sp>
        <p:nvSpPr>
          <p:cNvPr id="76" name="CustomShape 4">
            <a:extLst>
              <a:ext uri="{FF2B5EF4-FFF2-40B4-BE49-F238E27FC236}">
                <a16:creationId xmlns:a16="http://schemas.microsoft.com/office/drawing/2014/main" id="{1B024EA3-0E43-445D-BF88-EC0D5B5DFFBA}"/>
              </a:ext>
            </a:extLst>
          </p:cNvPr>
          <p:cNvSpPr/>
          <p:nvPr/>
        </p:nvSpPr>
        <p:spPr>
          <a:xfrm>
            <a:off x="3815786" y="4256573"/>
            <a:ext cx="1030713" cy="497783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280" spc="-2" dirty="0">
                <a:solidFill>
                  <a:srgbClr val="FFFFFF"/>
                </a:solidFill>
                <a:latin typeface="Arial"/>
              </a:rPr>
              <a:t>SOC Peripheral</a:t>
            </a:r>
            <a:endParaRPr lang="en-IN" sz="128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CustomShape 8">
            <a:extLst>
              <a:ext uri="{FF2B5EF4-FFF2-40B4-BE49-F238E27FC236}">
                <a16:creationId xmlns:a16="http://schemas.microsoft.com/office/drawing/2014/main" id="{490D27A3-6945-406A-BAF2-EFE79C38162A}"/>
              </a:ext>
            </a:extLst>
          </p:cNvPr>
          <p:cNvSpPr/>
          <p:nvPr/>
        </p:nvSpPr>
        <p:spPr>
          <a:xfrm>
            <a:off x="6435589" y="3644037"/>
            <a:ext cx="1093502" cy="508005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1280" spc="-2" dirty="0">
                <a:solidFill>
                  <a:srgbClr val="000000"/>
                </a:solidFill>
                <a:latin typeface="Arial"/>
              </a:rPr>
              <a:t>Tamagawa</a:t>
            </a:r>
          </a:p>
        </p:txBody>
      </p:sp>
      <p:sp>
        <p:nvSpPr>
          <p:cNvPr id="86" name="CustomShape 15">
            <a:extLst>
              <a:ext uri="{FF2B5EF4-FFF2-40B4-BE49-F238E27FC236}">
                <a16:creationId xmlns:a16="http://schemas.microsoft.com/office/drawing/2014/main" id="{3A564F5B-DC40-45FF-8B10-DCCC5DE7D8E3}"/>
              </a:ext>
            </a:extLst>
          </p:cNvPr>
          <p:cNvSpPr/>
          <p:nvPr/>
        </p:nvSpPr>
        <p:spPr>
          <a:xfrm>
            <a:off x="3815786" y="3662725"/>
            <a:ext cx="1030713" cy="449641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280" spc="-2" dirty="0">
                <a:solidFill>
                  <a:srgbClr val="FFFFFF"/>
                </a:solidFill>
                <a:latin typeface="Arial"/>
              </a:rPr>
              <a:t>Board Peripheral</a:t>
            </a:r>
            <a:endParaRPr lang="en-IN" sz="128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CustomShape 8">
            <a:extLst>
              <a:ext uri="{FF2B5EF4-FFF2-40B4-BE49-F238E27FC236}">
                <a16:creationId xmlns:a16="http://schemas.microsoft.com/office/drawing/2014/main" id="{51B6AC0E-4960-4B0D-A32D-2DE55843B9E2}"/>
              </a:ext>
            </a:extLst>
          </p:cNvPr>
          <p:cNvSpPr/>
          <p:nvPr/>
        </p:nvSpPr>
        <p:spPr>
          <a:xfrm>
            <a:off x="5131149" y="3640214"/>
            <a:ext cx="1093502" cy="507271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1280" spc="-2" dirty="0">
                <a:solidFill>
                  <a:srgbClr val="000000"/>
                </a:solidFill>
                <a:latin typeface="Arial"/>
              </a:rPr>
              <a:t>EtherCAT FW HAL</a:t>
            </a:r>
          </a:p>
        </p:txBody>
      </p:sp>
      <p:sp>
        <p:nvSpPr>
          <p:cNvPr id="91" name="CustomShape 8">
            <a:extLst>
              <a:ext uri="{FF2B5EF4-FFF2-40B4-BE49-F238E27FC236}">
                <a16:creationId xmlns:a16="http://schemas.microsoft.com/office/drawing/2014/main" id="{14161222-74A9-4F70-807B-78DD69EEE3D1}"/>
              </a:ext>
            </a:extLst>
          </p:cNvPr>
          <p:cNvSpPr/>
          <p:nvPr/>
        </p:nvSpPr>
        <p:spPr>
          <a:xfrm>
            <a:off x="5129692" y="4291693"/>
            <a:ext cx="1094959" cy="46384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1280" spc="-2" dirty="0">
                <a:solidFill>
                  <a:srgbClr val="000000"/>
                </a:solidFill>
                <a:latin typeface="Arial"/>
              </a:rPr>
              <a:t>ICSS EMAC</a:t>
            </a:r>
          </a:p>
        </p:txBody>
      </p:sp>
      <p:sp>
        <p:nvSpPr>
          <p:cNvPr id="92" name="CustomShape 14">
            <a:extLst>
              <a:ext uri="{FF2B5EF4-FFF2-40B4-BE49-F238E27FC236}">
                <a16:creationId xmlns:a16="http://schemas.microsoft.com/office/drawing/2014/main" id="{E1B86C6F-42EE-44F6-AFD0-BB06C39225F2}"/>
              </a:ext>
            </a:extLst>
          </p:cNvPr>
          <p:cNvSpPr/>
          <p:nvPr/>
        </p:nvSpPr>
        <p:spPr>
          <a:xfrm>
            <a:off x="1984105" y="2446421"/>
            <a:ext cx="5738720" cy="858028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</a:rPr>
              <a:t>Protocol Stacks </a:t>
            </a:r>
          </a:p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</a:rPr>
              <a:t>and Middleware</a:t>
            </a:r>
            <a:endParaRPr lang="en-IN" spc="-2" dirty="0">
              <a:latin typeface="Arial"/>
            </a:endParaRPr>
          </a:p>
        </p:txBody>
      </p:sp>
      <p:sp>
        <p:nvSpPr>
          <p:cNvPr id="118" name="CustomShape 15">
            <a:extLst>
              <a:ext uri="{FF2B5EF4-FFF2-40B4-BE49-F238E27FC236}">
                <a16:creationId xmlns:a16="http://schemas.microsoft.com/office/drawing/2014/main" id="{780414EF-B491-44AD-A87E-D8A46FD90D82}"/>
              </a:ext>
            </a:extLst>
          </p:cNvPr>
          <p:cNvSpPr/>
          <p:nvPr/>
        </p:nvSpPr>
        <p:spPr>
          <a:xfrm>
            <a:off x="4385871" y="2678161"/>
            <a:ext cx="1033751" cy="449641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280" spc="-2" dirty="0">
                <a:solidFill>
                  <a:srgbClr val="FFFFFF"/>
                </a:solidFill>
                <a:latin typeface="Arial"/>
              </a:rPr>
              <a:t>LwIP</a:t>
            </a:r>
          </a:p>
          <a:p>
            <a:pPr algn="ctr"/>
            <a:r>
              <a:rPr lang="en-US" sz="1280" spc="-2" dirty="0">
                <a:solidFill>
                  <a:srgbClr val="FFFFFF"/>
                </a:solidFill>
                <a:latin typeface="Arial"/>
              </a:rPr>
              <a:t>(TCP/UDP)</a:t>
            </a:r>
            <a:endParaRPr lang="en-IN" sz="128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CustomShape 8">
            <a:extLst>
              <a:ext uri="{FF2B5EF4-FFF2-40B4-BE49-F238E27FC236}">
                <a16:creationId xmlns:a16="http://schemas.microsoft.com/office/drawing/2014/main" id="{56CD9380-8E19-4FB9-90FF-E3C8CEFE4F07}"/>
              </a:ext>
            </a:extLst>
          </p:cNvPr>
          <p:cNvSpPr/>
          <p:nvPr/>
        </p:nvSpPr>
        <p:spPr>
          <a:xfrm>
            <a:off x="5909216" y="2678161"/>
            <a:ext cx="1052746" cy="449640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1280" spc="-2" dirty="0">
                <a:solidFill>
                  <a:srgbClr val="000000"/>
                </a:solidFill>
                <a:latin typeface="Arial"/>
              </a:rPr>
              <a:t>EtherCAT</a:t>
            </a:r>
          </a:p>
        </p:txBody>
      </p:sp>
      <p:sp>
        <p:nvSpPr>
          <p:cNvPr id="142" name="CustomShape 8">
            <a:extLst>
              <a:ext uri="{FF2B5EF4-FFF2-40B4-BE49-F238E27FC236}">
                <a16:creationId xmlns:a16="http://schemas.microsoft.com/office/drawing/2014/main" id="{84F12E88-D8B0-41DD-AAA0-7C765BE9231D}"/>
              </a:ext>
            </a:extLst>
          </p:cNvPr>
          <p:cNvSpPr/>
          <p:nvPr/>
        </p:nvSpPr>
        <p:spPr>
          <a:xfrm>
            <a:off x="5025670" y="999061"/>
            <a:ext cx="1185077" cy="455099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1280" spc="-2" dirty="0">
                <a:solidFill>
                  <a:srgbClr val="000000"/>
                </a:solidFill>
                <a:latin typeface="Arial"/>
              </a:rPr>
              <a:t>EtherCAT</a:t>
            </a:r>
          </a:p>
        </p:txBody>
      </p:sp>
      <p:sp>
        <p:nvSpPr>
          <p:cNvPr id="69" name="CustomShape 15">
            <a:extLst>
              <a:ext uri="{FF2B5EF4-FFF2-40B4-BE49-F238E27FC236}">
                <a16:creationId xmlns:a16="http://schemas.microsoft.com/office/drawing/2014/main" id="{94A9817F-8321-4B48-A6E6-43178676CCF7}"/>
              </a:ext>
            </a:extLst>
          </p:cNvPr>
          <p:cNvSpPr/>
          <p:nvPr/>
        </p:nvSpPr>
        <p:spPr>
          <a:xfrm>
            <a:off x="6415211" y="1588356"/>
            <a:ext cx="1094959" cy="501106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280" spc="-2" dirty="0">
                <a:solidFill>
                  <a:srgbClr val="000000"/>
                </a:solidFill>
              </a:rPr>
              <a:t>RTLibs</a:t>
            </a:r>
            <a:endParaRPr lang="en-IN" sz="1280" spc="-2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CustomShape 8">
            <a:extLst>
              <a:ext uri="{FF2B5EF4-FFF2-40B4-BE49-F238E27FC236}">
                <a16:creationId xmlns:a16="http://schemas.microsoft.com/office/drawing/2014/main" id="{ACF071DC-726D-42F2-B042-ED4EC811037C}"/>
              </a:ext>
            </a:extLst>
          </p:cNvPr>
          <p:cNvSpPr/>
          <p:nvPr/>
        </p:nvSpPr>
        <p:spPr>
          <a:xfrm>
            <a:off x="6415211" y="999062"/>
            <a:ext cx="1093502" cy="44964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1280" spc="-2" dirty="0">
                <a:solidFill>
                  <a:srgbClr val="000000"/>
                </a:solidFill>
                <a:latin typeface="Arial"/>
              </a:rPr>
              <a:t>Tamagawa</a:t>
            </a:r>
          </a:p>
        </p:txBody>
      </p:sp>
      <p:sp>
        <p:nvSpPr>
          <p:cNvPr id="38" name="CustomShape 8">
            <a:extLst>
              <a:ext uri="{FF2B5EF4-FFF2-40B4-BE49-F238E27FC236}">
                <a16:creationId xmlns:a16="http://schemas.microsoft.com/office/drawing/2014/main" id="{5211EEA9-63DF-4DAF-B441-2B51CD21E224}"/>
              </a:ext>
            </a:extLst>
          </p:cNvPr>
          <p:cNvSpPr/>
          <p:nvPr/>
        </p:nvSpPr>
        <p:spPr>
          <a:xfrm>
            <a:off x="5025671" y="1598368"/>
            <a:ext cx="1186534" cy="491094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Universal Motor </a:t>
            </a:r>
          </a:p>
          <a:p>
            <a:pPr algn="ctr"/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Control</a:t>
            </a:r>
          </a:p>
          <a:p>
            <a:pPr algn="ctr"/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Reference Design</a:t>
            </a:r>
          </a:p>
        </p:txBody>
      </p:sp>
      <p:sp>
        <p:nvSpPr>
          <p:cNvPr id="43" name="CustomShape 8">
            <a:extLst>
              <a:ext uri="{FF2B5EF4-FFF2-40B4-BE49-F238E27FC236}">
                <a16:creationId xmlns:a16="http://schemas.microsoft.com/office/drawing/2014/main" id="{F79820AA-3E72-410A-9A25-5E06BE8DF841}"/>
              </a:ext>
            </a:extLst>
          </p:cNvPr>
          <p:cNvSpPr/>
          <p:nvPr/>
        </p:nvSpPr>
        <p:spPr>
          <a:xfrm>
            <a:off x="8011038" y="3253537"/>
            <a:ext cx="1049100" cy="370347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1280" spc="-1" dirty="0">
                <a:solidFill>
                  <a:srgbClr val="000000"/>
                </a:solidFill>
                <a:latin typeface="Arial"/>
              </a:rPr>
              <a:t>EtherCAT</a:t>
            </a:r>
            <a:endParaRPr lang="en-IN" sz="1280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0722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5729B-986F-4361-8441-2202045AB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40" y="171461"/>
            <a:ext cx="13533120" cy="448308"/>
          </a:xfrm>
        </p:spPr>
        <p:txBody>
          <a:bodyPr/>
          <a:lstStyle/>
          <a:p>
            <a:r>
              <a:rPr lang="en-US" sz="2800" dirty="0"/>
              <a:t>Motor Control SDK </a:t>
            </a:r>
            <a:r>
              <a:rPr lang="en-US" sz="2800" dirty="0">
                <a:solidFill>
                  <a:schemeClr val="tx1"/>
                </a:solidFill>
              </a:rPr>
              <a:t>| Component Mapping for AM261x</a:t>
            </a:r>
          </a:p>
        </p:txBody>
      </p:sp>
      <p:sp>
        <p:nvSpPr>
          <p:cNvPr id="93" name="CustomShape 1">
            <a:extLst>
              <a:ext uri="{FF2B5EF4-FFF2-40B4-BE49-F238E27FC236}">
                <a16:creationId xmlns:a16="http://schemas.microsoft.com/office/drawing/2014/main" id="{F2BD7EF1-9939-4343-B882-9BB7D2B6DE8E}"/>
              </a:ext>
            </a:extLst>
          </p:cNvPr>
          <p:cNvSpPr/>
          <p:nvPr/>
        </p:nvSpPr>
        <p:spPr>
          <a:xfrm>
            <a:off x="524105" y="5123173"/>
            <a:ext cx="7209210" cy="1090171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  <a:ea typeface="DejaVu Sans"/>
              </a:rPr>
              <a:t>OS Kernel</a:t>
            </a:r>
            <a:endParaRPr lang="en-IN" spc="-2" dirty="0">
              <a:latin typeface="Arial"/>
            </a:endParaRPr>
          </a:p>
        </p:txBody>
      </p:sp>
      <p:sp>
        <p:nvSpPr>
          <p:cNvPr id="94" name="CustomShape 3">
            <a:extLst>
              <a:ext uri="{FF2B5EF4-FFF2-40B4-BE49-F238E27FC236}">
                <a16:creationId xmlns:a16="http://schemas.microsoft.com/office/drawing/2014/main" id="{F396EB7B-63A1-4BA5-B2F2-757577BDD2A9}"/>
              </a:ext>
            </a:extLst>
          </p:cNvPr>
          <p:cNvSpPr/>
          <p:nvPr/>
        </p:nvSpPr>
        <p:spPr>
          <a:xfrm>
            <a:off x="4191764" y="5241908"/>
            <a:ext cx="3354663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spc="-2" dirty="0">
                <a:solidFill>
                  <a:srgbClr val="FFFFFF"/>
                </a:solidFill>
                <a:latin typeface="Arial"/>
                <a:ea typeface="DejaVu Sans"/>
              </a:rPr>
              <a:t>Driver Porting Layer (DPL)</a:t>
            </a:r>
            <a:endParaRPr lang="en-IN" sz="1200" spc="-2" dirty="0">
              <a:latin typeface="Arial"/>
            </a:endParaRPr>
          </a:p>
        </p:txBody>
      </p:sp>
      <p:sp>
        <p:nvSpPr>
          <p:cNvPr id="96" name="CustomShape 5">
            <a:extLst>
              <a:ext uri="{FF2B5EF4-FFF2-40B4-BE49-F238E27FC236}">
                <a16:creationId xmlns:a16="http://schemas.microsoft.com/office/drawing/2014/main" id="{59C50511-9CD0-4024-89B9-50BB30830633}"/>
              </a:ext>
            </a:extLst>
          </p:cNvPr>
          <p:cNvSpPr/>
          <p:nvPr/>
        </p:nvSpPr>
        <p:spPr>
          <a:xfrm>
            <a:off x="5956637" y="5724763"/>
            <a:ext cx="1589790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spc="-2" dirty="0">
                <a:solidFill>
                  <a:srgbClr val="FFFFFF"/>
                </a:solidFill>
                <a:latin typeface="Arial"/>
                <a:ea typeface="DejaVu Sans"/>
              </a:rPr>
              <a:t>No RTOS</a:t>
            </a:r>
            <a:endParaRPr lang="en-IN" sz="1200" spc="-2" dirty="0">
              <a:latin typeface="Arial"/>
            </a:endParaRPr>
          </a:p>
        </p:txBody>
      </p:sp>
      <p:sp>
        <p:nvSpPr>
          <p:cNvPr id="97" name="CustomShape 6">
            <a:extLst>
              <a:ext uri="{FF2B5EF4-FFF2-40B4-BE49-F238E27FC236}">
                <a16:creationId xmlns:a16="http://schemas.microsoft.com/office/drawing/2014/main" id="{4EC958E8-FC03-4C5C-9647-29B758349B13}"/>
              </a:ext>
            </a:extLst>
          </p:cNvPr>
          <p:cNvSpPr/>
          <p:nvPr/>
        </p:nvSpPr>
        <p:spPr>
          <a:xfrm>
            <a:off x="4197595" y="5729238"/>
            <a:ext cx="1560810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spc="-2" dirty="0">
                <a:solidFill>
                  <a:srgbClr val="FFFFFF"/>
                </a:solidFill>
                <a:latin typeface="Arial"/>
                <a:ea typeface="DejaVu Sans"/>
              </a:rPr>
              <a:t>FreeRTOS Kernel</a:t>
            </a:r>
            <a:endParaRPr lang="en-IN" sz="1200" spc="-2" dirty="0">
              <a:latin typeface="Arial"/>
            </a:endParaRPr>
          </a:p>
        </p:txBody>
      </p:sp>
      <p:sp>
        <p:nvSpPr>
          <p:cNvPr id="98" name="CustomShape 7">
            <a:extLst>
              <a:ext uri="{FF2B5EF4-FFF2-40B4-BE49-F238E27FC236}">
                <a16:creationId xmlns:a16="http://schemas.microsoft.com/office/drawing/2014/main" id="{BBDFF6FF-96DF-415E-B361-BF5DECAA8CF2}"/>
              </a:ext>
            </a:extLst>
          </p:cNvPr>
          <p:cNvSpPr/>
          <p:nvPr/>
        </p:nvSpPr>
        <p:spPr>
          <a:xfrm>
            <a:off x="1824621" y="5246989"/>
            <a:ext cx="2018174" cy="837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spc="-2" dirty="0">
                <a:solidFill>
                  <a:srgbClr val="FFFFFF"/>
                </a:solidFill>
                <a:latin typeface="Arial"/>
                <a:ea typeface="DejaVu Sans"/>
              </a:rPr>
              <a:t>FreeRTOS POSIX </a:t>
            </a:r>
            <a:endParaRPr lang="en-IN" sz="1200" spc="-2" dirty="0">
              <a:latin typeface="Arial"/>
            </a:endParaRPr>
          </a:p>
        </p:txBody>
      </p:sp>
      <p:sp>
        <p:nvSpPr>
          <p:cNvPr id="105" name="CustomShape 16">
            <a:extLst>
              <a:ext uri="{FF2B5EF4-FFF2-40B4-BE49-F238E27FC236}">
                <a16:creationId xmlns:a16="http://schemas.microsoft.com/office/drawing/2014/main" id="{4F3D06DA-9050-4F82-9322-CFBBA934B192}"/>
              </a:ext>
            </a:extLst>
          </p:cNvPr>
          <p:cNvSpPr/>
          <p:nvPr/>
        </p:nvSpPr>
        <p:spPr>
          <a:xfrm>
            <a:off x="524107" y="795733"/>
            <a:ext cx="7189070" cy="1425754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  <a:ea typeface="DejaVu Sans"/>
              </a:rPr>
              <a:t>Examples</a:t>
            </a:r>
            <a:endParaRPr lang="en-IN" spc="-2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  <a:ea typeface="DejaVu Sans"/>
              </a:rPr>
              <a:t>And Demos</a:t>
            </a:r>
            <a:endParaRPr lang="en-IN" spc="-2" dirty="0">
              <a:latin typeface="Arial"/>
            </a:endParaRPr>
          </a:p>
        </p:txBody>
      </p:sp>
      <p:sp>
        <p:nvSpPr>
          <p:cNvPr id="106" name="CustomShape 17">
            <a:extLst>
              <a:ext uri="{FF2B5EF4-FFF2-40B4-BE49-F238E27FC236}">
                <a16:creationId xmlns:a16="http://schemas.microsoft.com/office/drawing/2014/main" id="{A732682E-0FAC-4756-92C6-C873E4A1FBF8}"/>
              </a:ext>
            </a:extLst>
          </p:cNvPr>
          <p:cNvSpPr/>
          <p:nvPr/>
        </p:nvSpPr>
        <p:spPr>
          <a:xfrm>
            <a:off x="9383564" y="793214"/>
            <a:ext cx="1916640" cy="5420132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  <a:ea typeface="DejaVu Sans"/>
              </a:rPr>
              <a:t>Tools</a:t>
            </a:r>
            <a:endParaRPr lang="en-IN" spc="-2" dirty="0">
              <a:latin typeface="Arial"/>
            </a:endParaRPr>
          </a:p>
        </p:txBody>
      </p:sp>
      <p:sp>
        <p:nvSpPr>
          <p:cNvPr id="107" name="CustomShape 18">
            <a:extLst>
              <a:ext uri="{FF2B5EF4-FFF2-40B4-BE49-F238E27FC236}">
                <a16:creationId xmlns:a16="http://schemas.microsoft.com/office/drawing/2014/main" id="{18303473-FA0C-4E6A-A716-8B344B585B1F}"/>
              </a:ext>
            </a:extLst>
          </p:cNvPr>
          <p:cNvSpPr/>
          <p:nvPr/>
        </p:nvSpPr>
        <p:spPr>
          <a:xfrm>
            <a:off x="9540704" y="3707834"/>
            <a:ext cx="1602360" cy="4626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600" spc="-2" dirty="0">
                <a:solidFill>
                  <a:srgbClr val="FFFFFF"/>
                </a:solidFill>
                <a:latin typeface="Arial"/>
              </a:rPr>
              <a:t>SysConfig</a:t>
            </a:r>
            <a:endParaRPr lang="en-IN" sz="160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CustomShape 19">
            <a:extLst>
              <a:ext uri="{FF2B5EF4-FFF2-40B4-BE49-F238E27FC236}">
                <a16:creationId xmlns:a16="http://schemas.microsoft.com/office/drawing/2014/main" id="{8EDCC865-568A-435E-BF7C-851D917BF793}"/>
              </a:ext>
            </a:extLst>
          </p:cNvPr>
          <p:cNvSpPr/>
          <p:nvPr/>
        </p:nvSpPr>
        <p:spPr>
          <a:xfrm>
            <a:off x="9530264" y="5396411"/>
            <a:ext cx="1602360" cy="725093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600" spc="-2" dirty="0">
                <a:solidFill>
                  <a:srgbClr val="FFFFFF"/>
                </a:solidFill>
                <a:latin typeface="Arial"/>
              </a:rPr>
              <a:t>Code Composer Studio (CCS)</a:t>
            </a:r>
            <a:endParaRPr lang="en-IN" sz="160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CustomShape 20">
            <a:extLst>
              <a:ext uri="{FF2B5EF4-FFF2-40B4-BE49-F238E27FC236}">
                <a16:creationId xmlns:a16="http://schemas.microsoft.com/office/drawing/2014/main" id="{A0D9FC60-4F5B-4105-8563-5EFE48BD0569}"/>
              </a:ext>
            </a:extLst>
          </p:cNvPr>
          <p:cNvSpPr/>
          <p:nvPr/>
        </p:nvSpPr>
        <p:spPr>
          <a:xfrm>
            <a:off x="9530264" y="4513854"/>
            <a:ext cx="1602360" cy="62136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600" spc="-2" dirty="0">
                <a:solidFill>
                  <a:srgbClr val="FFFFFF"/>
                </a:solidFill>
                <a:latin typeface="Arial"/>
              </a:rPr>
              <a:t>TI CLANG Compiler</a:t>
            </a:r>
            <a:endParaRPr lang="en-IN" sz="160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CustomShape 21">
            <a:extLst>
              <a:ext uri="{FF2B5EF4-FFF2-40B4-BE49-F238E27FC236}">
                <a16:creationId xmlns:a16="http://schemas.microsoft.com/office/drawing/2014/main" id="{09D8FDC2-2E2B-4C96-9E1C-41CEC48BD62A}"/>
              </a:ext>
            </a:extLst>
          </p:cNvPr>
          <p:cNvSpPr/>
          <p:nvPr/>
        </p:nvSpPr>
        <p:spPr>
          <a:xfrm>
            <a:off x="9519497" y="2471818"/>
            <a:ext cx="1602360" cy="86256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600" spc="-2" dirty="0">
                <a:solidFill>
                  <a:srgbClr val="FFFFFF"/>
                </a:solidFill>
                <a:latin typeface="Arial"/>
              </a:rPr>
              <a:t>TI Resource Explorer (TIREX)</a:t>
            </a:r>
            <a:endParaRPr lang="en-IN" sz="160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CustomShape 22">
            <a:extLst>
              <a:ext uri="{FF2B5EF4-FFF2-40B4-BE49-F238E27FC236}">
                <a16:creationId xmlns:a16="http://schemas.microsoft.com/office/drawing/2014/main" id="{EB428E7A-3FA5-49EF-BD88-DE4809590EBB}"/>
              </a:ext>
            </a:extLst>
          </p:cNvPr>
          <p:cNvSpPr/>
          <p:nvPr/>
        </p:nvSpPr>
        <p:spPr>
          <a:xfrm>
            <a:off x="524105" y="6294032"/>
            <a:ext cx="7209210" cy="5369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spc="-2" dirty="0">
                <a:solidFill>
                  <a:srgbClr val="FFFFFF"/>
                </a:solidFill>
                <a:latin typeface="Arial"/>
                <a:ea typeface="DejaVu Sans"/>
              </a:rPr>
              <a:t>ARM R5F, ARM M4F + SOC peripherals + EVM peripherals</a:t>
            </a:r>
            <a:endParaRPr lang="en-IN" sz="1600" spc="-2" dirty="0">
              <a:latin typeface="Arial"/>
            </a:endParaRPr>
          </a:p>
        </p:txBody>
      </p:sp>
      <p:sp>
        <p:nvSpPr>
          <p:cNvPr id="112" name="CustomShape 23">
            <a:extLst>
              <a:ext uri="{FF2B5EF4-FFF2-40B4-BE49-F238E27FC236}">
                <a16:creationId xmlns:a16="http://schemas.microsoft.com/office/drawing/2014/main" id="{03A1A3BF-D144-4FDC-942A-8AA5E0B37952}"/>
              </a:ext>
            </a:extLst>
          </p:cNvPr>
          <p:cNvSpPr/>
          <p:nvPr/>
        </p:nvSpPr>
        <p:spPr>
          <a:xfrm>
            <a:off x="9383564" y="6306633"/>
            <a:ext cx="1916640" cy="5243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spc="-2" dirty="0">
                <a:solidFill>
                  <a:srgbClr val="FFFFFF"/>
                </a:solidFill>
                <a:latin typeface="Arial"/>
                <a:ea typeface="DejaVu Sans"/>
              </a:rPr>
              <a:t>X86 Host (Windows / Linux)</a:t>
            </a:r>
            <a:endParaRPr lang="en-IN" sz="1600" spc="-2" dirty="0">
              <a:latin typeface="Arial"/>
            </a:endParaRPr>
          </a:p>
        </p:txBody>
      </p:sp>
      <p:sp>
        <p:nvSpPr>
          <p:cNvPr id="114" name="CustomShape 25">
            <a:extLst>
              <a:ext uri="{FF2B5EF4-FFF2-40B4-BE49-F238E27FC236}">
                <a16:creationId xmlns:a16="http://schemas.microsoft.com/office/drawing/2014/main" id="{DCFBB7F5-443D-4495-A25F-BDA3B199691F}"/>
              </a:ext>
            </a:extLst>
          </p:cNvPr>
          <p:cNvSpPr/>
          <p:nvPr/>
        </p:nvSpPr>
        <p:spPr>
          <a:xfrm>
            <a:off x="9519497" y="1226902"/>
            <a:ext cx="1602360" cy="86256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600" spc="-2" dirty="0">
                <a:solidFill>
                  <a:srgbClr val="FFFFFF"/>
                </a:solidFill>
                <a:latin typeface="Arial"/>
              </a:rPr>
              <a:t>SDK Tools (Flashing, Boot, …)</a:t>
            </a:r>
            <a:endParaRPr lang="en-IN" sz="160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CustomShape 7">
            <a:extLst>
              <a:ext uri="{FF2B5EF4-FFF2-40B4-BE49-F238E27FC236}">
                <a16:creationId xmlns:a16="http://schemas.microsoft.com/office/drawing/2014/main" id="{63348C38-19BF-49D5-8C54-18BEAF892E69}"/>
              </a:ext>
            </a:extLst>
          </p:cNvPr>
          <p:cNvSpPr/>
          <p:nvPr/>
        </p:nvSpPr>
        <p:spPr>
          <a:xfrm>
            <a:off x="3739478" y="6920016"/>
            <a:ext cx="1660156" cy="514877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spc="-2" dirty="0">
                <a:solidFill>
                  <a:srgbClr val="FFFFFF"/>
                </a:solidFill>
                <a:latin typeface="Arial"/>
                <a:ea typeface="DejaVu Sans"/>
              </a:rPr>
              <a:t>MCU+ SDK </a:t>
            </a:r>
            <a:endParaRPr lang="en-IN" sz="1600" spc="-2" dirty="0">
              <a:latin typeface="Arial"/>
            </a:endParaRPr>
          </a:p>
        </p:txBody>
      </p:sp>
      <p:sp>
        <p:nvSpPr>
          <p:cNvPr id="47" name="CustomShape 17">
            <a:extLst>
              <a:ext uri="{FF2B5EF4-FFF2-40B4-BE49-F238E27FC236}">
                <a16:creationId xmlns:a16="http://schemas.microsoft.com/office/drawing/2014/main" id="{4291FF05-F6CE-4A38-84EE-58927DBC4826}"/>
              </a:ext>
            </a:extLst>
          </p:cNvPr>
          <p:cNvSpPr/>
          <p:nvPr/>
        </p:nvSpPr>
        <p:spPr>
          <a:xfrm>
            <a:off x="7833404" y="793214"/>
            <a:ext cx="1404368" cy="5420131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</a:rPr>
              <a:t>Firmware</a:t>
            </a:r>
            <a:endParaRPr lang="en-IN" spc="-2" dirty="0">
              <a:latin typeface="Arial"/>
            </a:endParaRPr>
          </a:p>
        </p:txBody>
      </p:sp>
      <p:sp>
        <p:nvSpPr>
          <p:cNvPr id="52" name="CustomShape 23">
            <a:extLst>
              <a:ext uri="{FF2B5EF4-FFF2-40B4-BE49-F238E27FC236}">
                <a16:creationId xmlns:a16="http://schemas.microsoft.com/office/drawing/2014/main" id="{7BCD0863-F6ED-4DC4-983E-37943352EE5E}"/>
              </a:ext>
            </a:extLst>
          </p:cNvPr>
          <p:cNvSpPr/>
          <p:nvPr/>
        </p:nvSpPr>
        <p:spPr>
          <a:xfrm>
            <a:off x="7833404" y="6306633"/>
            <a:ext cx="1404368" cy="5243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spc="-2" dirty="0">
                <a:solidFill>
                  <a:srgbClr val="FFFFFF"/>
                </a:solidFill>
                <a:latin typeface="Arial"/>
                <a:ea typeface="DejaVu Sans"/>
              </a:rPr>
              <a:t>ICSS</a:t>
            </a:r>
            <a:endParaRPr lang="en-IN" sz="1600" spc="-2" dirty="0">
              <a:latin typeface="Arial"/>
            </a:endParaRPr>
          </a:p>
        </p:txBody>
      </p:sp>
      <p:sp>
        <p:nvSpPr>
          <p:cNvPr id="53" name="CustomShape 15">
            <a:extLst>
              <a:ext uri="{FF2B5EF4-FFF2-40B4-BE49-F238E27FC236}">
                <a16:creationId xmlns:a16="http://schemas.microsoft.com/office/drawing/2014/main" id="{34B5E01D-4EAE-45C9-B426-238451E602E8}"/>
              </a:ext>
            </a:extLst>
          </p:cNvPr>
          <p:cNvSpPr/>
          <p:nvPr/>
        </p:nvSpPr>
        <p:spPr>
          <a:xfrm>
            <a:off x="7527797" y="6920016"/>
            <a:ext cx="1782416" cy="509528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1280" spc="-2" dirty="0">
                <a:solidFill>
                  <a:srgbClr val="000000"/>
                </a:solidFill>
                <a:latin typeface="Arial"/>
              </a:rPr>
              <a:t>Motor Control SDK</a:t>
            </a:r>
          </a:p>
        </p:txBody>
      </p:sp>
      <p:sp>
        <p:nvSpPr>
          <p:cNvPr id="71" name="CustomShape 14">
            <a:extLst>
              <a:ext uri="{FF2B5EF4-FFF2-40B4-BE49-F238E27FC236}">
                <a16:creationId xmlns:a16="http://schemas.microsoft.com/office/drawing/2014/main" id="{EBA946F5-D295-4F2E-8D3D-32CB272F98DA}"/>
              </a:ext>
            </a:extLst>
          </p:cNvPr>
          <p:cNvSpPr/>
          <p:nvPr/>
        </p:nvSpPr>
        <p:spPr>
          <a:xfrm>
            <a:off x="524107" y="3529383"/>
            <a:ext cx="7209210" cy="137772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  <a:ea typeface="DejaVu Sans"/>
              </a:rPr>
              <a:t>Drivers and</a:t>
            </a:r>
            <a:endParaRPr lang="en-IN" spc="-2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  <a:ea typeface="DejaVu Sans"/>
              </a:rPr>
              <a:t>HAL</a:t>
            </a:r>
            <a:endParaRPr lang="en-IN" spc="-2" dirty="0">
              <a:latin typeface="Arial"/>
            </a:endParaRPr>
          </a:p>
        </p:txBody>
      </p:sp>
      <p:sp>
        <p:nvSpPr>
          <p:cNvPr id="42" name="CustomShape 15">
            <a:extLst>
              <a:ext uri="{FF2B5EF4-FFF2-40B4-BE49-F238E27FC236}">
                <a16:creationId xmlns:a16="http://schemas.microsoft.com/office/drawing/2014/main" id="{301D606C-56BB-4F04-94B2-6CA392EC85A4}"/>
              </a:ext>
            </a:extLst>
          </p:cNvPr>
          <p:cNvSpPr/>
          <p:nvPr/>
        </p:nvSpPr>
        <p:spPr>
          <a:xfrm>
            <a:off x="5524003" y="6922690"/>
            <a:ext cx="1782415" cy="509528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IN" sz="1100" spc="-1" dirty="0">
                <a:solidFill>
                  <a:srgbClr val="000000"/>
                </a:solidFill>
                <a:latin typeface="Arial"/>
              </a:rPr>
              <a:t>Industrial Communications SDK</a:t>
            </a:r>
          </a:p>
        </p:txBody>
      </p:sp>
      <p:sp>
        <p:nvSpPr>
          <p:cNvPr id="92" name="CustomShape 14">
            <a:extLst>
              <a:ext uri="{FF2B5EF4-FFF2-40B4-BE49-F238E27FC236}">
                <a16:creationId xmlns:a16="http://schemas.microsoft.com/office/drawing/2014/main" id="{E1B86C6F-42EE-44F6-AFD0-BB06C39225F2}"/>
              </a:ext>
            </a:extLst>
          </p:cNvPr>
          <p:cNvSpPr/>
          <p:nvPr/>
        </p:nvSpPr>
        <p:spPr>
          <a:xfrm>
            <a:off x="524107" y="2446421"/>
            <a:ext cx="7198718" cy="858028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</a:rPr>
              <a:t>Protocol Stacks </a:t>
            </a:r>
          </a:p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</a:rPr>
              <a:t>and Middleware</a:t>
            </a:r>
            <a:endParaRPr lang="en-IN" spc="-2" dirty="0">
              <a:latin typeface="Arial"/>
            </a:endParaRPr>
          </a:p>
        </p:txBody>
      </p:sp>
      <p:sp>
        <p:nvSpPr>
          <p:cNvPr id="118" name="CustomShape 15">
            <a:extLst>
              <a:ext uri="{FF2B5EF4-FFF2-40B4-BE49-F238E27FC236}">
                <a16:creationId xmlns:a16="http://schemas.microsoft.com/office/drawing/2014/main" id="{780414EF-B491-44AD-A87E-D8A46FD90D82}"/>
              </a:ext>
            </a:extLst>
          </p:cNvPr>
          <p:cNvSpPr/>
          <p:nvPr/>
        </p:nvSpPr>
        <p:spPr>
          <a:xfrm>
            <a:off x="2331827" y="2646651"/>
            <a:ext cx="1033751" cy="449641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280" spc="-2" dirty="0">
                <a:solidFill>
                  <a:srgbClr val="FFFFFF"/>
                </a:solidFill>
                <a:latin typeface="Arial"/>
              </a:rPr>
              <a:t>LwIP</a:t>
            </a:r>
          </a:p>
          <a:p>
            <a:pPr algn="ctr"/>
            <a:r>
              <a:rPr lang="en-US" sz="1280" spc="-2" dirty="0">
                <a:solidFill>
                  <a:srgbClr val="FFFFFF"/>
                </a:solidFill>
                <a:latin typeface="Arial"/>
              </a:rPr>
              <a:t>(TCP/UDP)</a:t>
            </a:r>
            <a:endParaRPr lang="en-IN" sz="128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CustomShape 8">
            <a:extLst>
              <a:ext uri="{FF2B5EF4-FFF2-40B4-BE49-F238E27FC236}">
                <a16:creationId xmlns:a16="http://schemas.microsoft.com/office/drawing/2014/main" id="{56CD9380-8E19-4FB9-90FF-E3C8CEFE4F07}"/>
              </a:ext>
            </a:extLst>
          </p:cNvPr>
          <p:cNvSpPr/>
          <p:nvPr/>
        </p:nvSpPr>
        <p:spPr>
          <a:xfrm>
            <a:off x="3631602" y="2650615"/>
            <a:ext cx="1052746" cy="449640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1280" spc="-2" dirty="0">
                <a:solidFill>
                  <a:srgbClr val="000000"/>
                </a:solidFill>
                <a:latin typeface="Arial"/>
              </a:rPr>
              <a:t>EtherCAT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EA93676-F8AC-4475-A4C3-E7488D990B68}"/>
              </a:ext>
            </a:extLst>
          </p:cNvPr>
          <p:cNvGrpSpPr/>
          <p:nvPr/>
        </p:nvGrpSpPr>
        <p:grpSpPr>
          <a:xfrm>
            <a:off x="1852003" y="1599526"/>
            <a:ext cx="5750763" cy="489936"/>
            <a:chOff x="1963773" y="1577028"/>
            <a:chExt cx="5750763" cy="489936"/>
          </a:xfrm>
        </p:grpSpPr>
        <p:sp>
          <p:nvSpPr>
            <p:cNvPr id="113" name="CustomShape 24">
              <a:extLst>
                <a:ext uri="{FF2B5EF4-FFF2-40B4-BE49-F238E27FC236}">
                  <a16:creationId xmlns:a16="http://schemas.microsoft.com/office/drawing/2014/main" id="{F7FC4F91-0E6E-4B6E-BF07-BC51B5C929A5}"/>
                </a:ext>
              </a:extLst>
            </p:cNvPr>
            <p:cNvSpPr/>
            <p:nvPr/>
          </p:nvSpPr>
          <p:spPr>
            <a:xfrm>
              <a:off x="1963773" y="1594157"/>
              <a:ext cx="1031760" cy="44854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280" spc="-2" dirty="0">
                  <a:solidFill>
                    <a:srgbClr val="FFFFFF"/>
                  </a:solidFill>
                  <a:latin typeface="Arial"/>
                </a:rPr>
                <a:t>Demos</a:t>
              </a:r>
              <a:endParaRPr lang="en-IN" sz="1280" spc="-2" dirty="0">
                <a:solidFill>
                  <a:srgbClr val="FFFFFF"/>
                </a:solidFill>
                <a:latin typeface="Arial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A3E4047-8A5B-4D11-89AE-7E8A12E72099}"/>
                </a:ext>
              </a:extLst>
            </p:cNvPr>
            <p:cNvGrpSpPr/>
            <p:nvPr/>
          </p:nvGrpSpPr>
          <p:grpSpPr>
            <a:xfrm>
              <a:off x="3141326" y="1577028"/>
              <a:ext cx="4573210" cy="489936"/>
              <a:chOff x="3141326" y="1577028"/>
              <a:chExt cx="4573210" cy="489936"/>
            </a:xfrm>
          </p:grpSpPr>
          <p:sp>
            <p:nvSpPr>
              <p:cNvPr id="69" name="CustomShape 15">
                <a:extLst>
                  <a:ext uri="{FF2B5EF4-FFF2-40B4-BE49-F238E27FC236}">
                    <a16:creationId xmlns:a16="http://schemas.microsoft.com/office/drawing/2014/main" id="{94A9817F-8321-4B48-A6E6-43178676CCF7}"/>
                  </a:ext>
                </a:extLst>
              </p:cNvPr>
              <p:cNvSpPr/>
              <p:nvPr/>
            </p:nvSpPr>
            <p:spPr>
              <a:xfrm>
                <a:off x="5454077" y="1577836"/>
                <a:ext cx="1031759" cy="489128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US" sz="1280" spc="-2" dirty="0">
                    <a:solidFill>
                      <a:srgbClr val="000000"/>
                    </a:solidFill>
                  </a:rPr>
                  <a:t>Nikon</a:t>
                </a:r>
              </a:p>
              <a:p>
                <a:pPr algn="ctr"/>
                <a:r>
                  <a:rPr lang="en-US" sz="1280" spc="-2" dirty="0">
                    <a:solidFill>
                      <a:srgbClr val="000000"/>
                    </a:solidFill>
                    <a:latin typeface="Arial"/>
                  </a:rPr>
                  <a:t>A-Format</a:t>
                </a:r>
                <a:endParaRPr lang="en-IN" sz="1280" spc="-2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4" name="CustomShape 8">
                <a:extLst>
                  <a:ext uri="{FF2B5EF4-FFF2-40B4-BE49-F238E27FC236}">
                    <a16:creationId xmlns:a16="http://schemas.microsoft.com/office/drawing/2014/main" id="{0F9232B9-A9C5-4DDA-B5BF-882722F6F902}"/>
                  </a:ext>
                </a:extLst>
              </p:cNvPr>
              <p:cNvSpPr/>
              <p:nvPr/>
            </p:nvSpPr>
            <p:spPr>
              <a:xfrm>
                <a:off x="4309019" y="1577836"/>
                <a:ext cx="1012511" cy="474753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IN" sz="1280" spc="-2" dirty="0">
                    <a:solidFill>
                      <a:srgbClr val="000000"/>
                    </a:solidFill>
                    <a:latin typeface="Arial"/>
                  </a:rPr>
                  <a:t>HDSL</a:t>
                </a:r>
              </a:p>
            </p:txBody>
          </p:sp>
          <p:sp>
            <p:nvSpPr>
              <p:cNvPr id="46" name="CustomShape 15">
                <a:extLst>
                  <a:ext uri="{FF2B5EF4-FFF2-40B4-BE49-F238E27FC236}">
                    <a16:creationId xmlns:a16="http://schemas.microsoft.com/office/drawing/2014/main" id="{03CE2D63-51C3-4ACB-975B-DDC41E0B9A6E}"/>
                  </a:ext>
                </a:extLst>
              </p:cNvPr>
              <p:cNvSpPr/>
              <p:nvPr/>
            </p:nvSpPr>
            <p:spPr>
              <a:xfrm>
                <a:off x="6686355" y="1577028"/>
                <a:ext cx="1028181" cy="474753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 algn="ctr"/>
                <a:r>
                  <a:rPr lang="en-IN" sz="1280" spc="-2" dirty="0">
                    <a:solidFill>
                      <a:srgbClr val="000000"/>
                    </a:solidFill>
                    <a:latin typeface="Arial"/>
                  </a:rPr>
                  <a:t>Tamagawa</a:t>
                </a:r>
              </a:p>
            </p:txBody>
          </p:sp>
          <p:sp>
            <p:nvSpPr>
              <p:cNvPr id="48" name="CustomShape 8">
                <a:extLst>
                  <a:ext uri="{FF2B5EF4-FFF2-40B4-BE49-F238E27FC236}">
                    <a16:creationId xmlns:a16="http://schemas.microsoft.com/office/drawing/2014/main" id="{F3F13926-7868-4E7A-AEB6-0A4ECC0A31BA}"/>
                  </a:ext>
                </a:extLst>
              </p:cNvPr>
              <p:cNvSpPr/>
              <p:nvPr/>
            </p:nvSpPr>
            <p:spPr>
              <a:xfrm>
                <a:off x="3141326" y="1583042"/>
                <a:ext cx="1031760" cy="464863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IN" sz="1280" spc="-2" dirty="0">
                    <a:solidFill>
                      <a:srgbClr val="000000"/>
                    </a:solidFill>
                    <a:latin typeface="Arial"/>
                  </a:rPr>
                  <a:t>IOLINK</a:t>
                </a: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FA211B7-424C-4DDC-A434-438DFA87E82C}"/>
              </a:ext>
            </a:extLst>
          </p:cNvPr>
          <p:cNvGrpSpPr/>
          <p:nvPr/>
        </p:nvGrpSpPr>
        <p:grpSpPr>
          <a:xfrm>
            <a:off x="1852003" y="981374"/>
            <a:ext cx="5751316" cy="478788"/>
            <a:chOff x="1961861" y="936270"/>
            <a:chExt cx="5751316" cy="478788"/>
          </a:xfrm>
        </p:grpSpPr>
        <p:sp>
          <p:nvSpPr>
            <p:cNvPr id="99" name="CustomShape 8">
              <a:extLst>
                <a:ext uri="{FF2B5EF4-FFF2-40B4-BE49-F238E27FC236}">
                  <a16:creationId xmlns:a16="http://schemas.microsoft.com/office/drawing/2014/main" id="{300ACF90-638E-45E4-AA50-B7E85398CF97}"/>
                </a:ext>
              </a:extLst>
            </p:cNvPr>
            <p:cNvSpPr/>
            <p:nvPr/>
          </p:nvSpPr>
          <p:spPr>
            <a:xfrm>
              <a:off x="1961861" y="936270"/>
              <a:ext cx="1031758" cy="44964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280" spc="-2" dirty="0">
                  <a:solidFill>
                    <a:srgbClr val="FFFFFF"/>
                  </a:solidFill>
                  <a:latin typeface="Arial"/>
                </a:rPr>
                <a:t>Examples</a:t>
              </a:r>
              <a:endParaRPr lang="en-IN" sz="1280" spc="-2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" name="CustomShape 8">
              <a:extLst>
                <a:ext uri="{FF2B5EF4-FFF2-40B4-BE49-F238E27FC236}">
                  <a16:creationId xmlns:a16="http://schemas.microsoft.com/office/drawing/2014/main" id="{84F12E88-D8B0-41DD-AAA0-7C765BE9231D}"/>
                </a:ext>
              </a:extLst>
            </p:cNvPr>
            <p:cNvSpPr/>
            <p:nvPr/>
          </p:nvSpPr>
          <p:spPr>
            <a:xfrm>
              <a:off x="3125816" y="939643"/>
              <a:ext cx="1031759" cy="45509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EtherCAT</a:t>
              </a:r>
            </a:p>
          </p:txBody>
        </p:sp>
        <p:sp>
          <p:nvSpPr>
            <p:cNvPr id="70" name="CustomShape 8">
              <a:extLst>
                <a:ext uri="{FF2B5EF4-FFF2-40B4-BE49-F238E27FC236}">
                  <a16:creationId xmlns:a16="http://schemas.microsoft.com/office/drawing/2014/main" id="{ACF071DC-726D-42F2-B042-ED4EC811037C}"/>
                </a:ext>
              </a:extLst>
            </p:cNvPr>
            <p:cNvSpPr/>
            <p:nvPr/>
          </p:nvSpPr>
          <p:spPr>
            <a:xfrm>
              <a:off x="5441757" y="943439"/>
              <a:ext cx="1031759" cy="44963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BiSS-C</a:t>
              </a:r>
            </a:p>
          </p:txBody>
        </p:sp>
        <p:sp>
          <p:nvSpPr>
            <p:cNvPr id="45" name="CustomShape 8">
              <a:extLst>
                <a:ext uri="{FF2B5EF4-FFF2-40B4-BE49-F238E27FC236}">
                  <a16:creationId xmlns:a16="http://schemas.microsoft.com/office/drawing/2014/main" id="{3D881E8A-9BCF-435B-A691-F10F34FEB88B}"/>
                </a:ext>
              </a:extLst>
            </p:cNvPr>
            <p:cNvSpPr/>
            <p:nvPr/>
          </p:nvSpPr>
          <p:spPr>
            <a:xfrm>
              <a:off x="6684443" y="936270"/>
              <a:ext cx="1028734" cy="478788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280" spc="-2" dirty="0">
                  <a:solidFill>
                    <a:srgbClr val="000000"/>
                  </a:solidFill>
                </a:rPr>
                <a:t>EnDat</a:t>
              </a:r>
              <a:endParaRPr lang="en-IN" sz="1280" spc="-2" dirty="0">
                <a:solidFill>
                  <a:srgbClr val="000000"/>
                </a:solidFill>
              </a:endParaRPr>
            </a:p>
          </p:txBody>
        </p:sp>
        <p:sp>
          <p:nvSpPr>
            <p:cNvPr id="49" name="CustomShape 8">
              <a:extLst>
                <a:ext uri="{FF2B5EF4-FFF2-40B4-BE49-F238E27FC236}">
                  <a16:creationId xmlns:a16="http://schemas.microsoft.com/office/drawing/2014/main" id="{7128BE07-6182-46ED-8561-79949810231D}"/>
                </a:ext>
              </a:extLst>
            </p:cNvPr>
            <p:cNvSpPr/>
            <p:nvPr/>
          </p:nvSpPr>
          <p:spPr>
            <a:xfrm>
              <a:off x="4289771" y="936271"/>
              <a:ext cx="1031759" cy="474752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EtherNet/IP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F1C7046-C779-4CDE-89D7-5E6DA3716311}"/>
              </a:ext>
            </a:extLst>
          </p:cNvPr>
          <p:cNvGrpSpPr/>
          <p:nvPr/>
        </p:nvGrpSpPr>
        <p:grpSpPr>
          <a:xfrm>
            <a:off x="7961208" y="1508610"/>
            <a:ext cx="1133304" cy="4249228"/>
            <a:chOff x="7962195" y="1177283"/>
            <a:chExt cx="1133304" cy="4249228"/>
          </a:xfrm>
        </p:grpSpPr>
        <p:sp>
          <p:nvSpPr>
            <p:cNvPr id="40" name="CustomShape 8">
              <a:extLst>
                <a:ext uri="{FF2B5EF4-FFF2-40B4-BE49-F238E27FC236}">
                  <a16:creationId xmlns:a16="http://schemas.microsoft.com/office/drawing/2014/main" id="{01121847-31DF-46AA-B838-EAFA788320FD}"/>
                </a:ext>
              </a:extLst>
            </p:cNvPr>
            <p:cNvSpPr/>
            <p:nvPr/>
          </p:nvSpPr>
          <p:spPr>
            <a:xfrm>
              <a:off x="7970653" y="4416651"/>
              <a:ext cx="1114418" cy="370347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56250" tIns="28125" rIns="56250" bIns="28125" anchor="ctr">
              <a:noAutofit/>
            </a:bodyPr>
            <a:lstStyle/>
            <a:p>
              <a:pPr algn="ctr"/>
              <a:r>
                <a:rPr lang="en-US" sz="1280" spc="-1" dirty="0">
                  <a:solidFill>
                    <a:srgbClr val="000000"/>
                  </a:solidFill>
                  <a:latin typeface="Arial"/>
                </a:rPr>
                <a:t>EtherCAT</a:t>
              </a:r>
              <a:endParaRPr lang="en-IN" sz="1280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" name="CustomShape 8">
              <a:extLst>
                <a:ext uri="{FF2B5EF4-FFF2-40B4-BE49-F238E27FC236}">
                  <a16:creationId xmlns:a16="http://schemas.microsoft.com/office/drawing/2014/main" id="{B2E5371C-069D-4B40-AC59-96EF0DAFDAC4}"/>
                </a:ext>
              </a:extLst>
            </p:cNvPr>
            <p:cNvSpPr/>
            <p:nvPr/>
          </p:nvSpPr>
          <p:spPr>
            <a:xfrm>
              <a:off x="7981081" y="1831081"/>
              <a:ext cx="1114418" cy="37034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EnDat</a:t>
              </a:r>
            </a:p>
          </p:txBody>
        </p:sp>
        <p:sp>
          <p:nvSpPr>
            <p:cNvPr id="43" name="CustomShape 8">
              <a:extLst>
                <a:ext uri="{FF2B5EF4-FFF2-40B4-BE49-F238E27FC236}">
                  <a16:creationId xmlns:a16="http://schemas.microsoft.com/office/drawing/2014/main" id="{21E969EE-BA3E-4C5C-9730-05841FA4B7E2}"/>
                </a:ext>
              </a:extLst>
            </p:cNvPr>
            <p:cNvSpPr/>
            <p:nvPr/>
          </p:nvSpPr>
          <p:spPr>
            <a:xfrm>
              <a:off x="7976203" y="3777138"/>
              <a:ext cx="1114418" cy="37034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280" spc="-2" dirty="0">
                  <a:solidFill>
                    <a:srgbClr val="000000"/>
                  </a:solidFill>
                  <a:latin typeface="Arial"/>
                </a:rPr>
                <a:t>Tamagawa</a:t>
              </a:r>
              <a:endParaRPr lang="en-IN" sz="1280" spc="-2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" name="CustomShape 8">
              <a:extLst>
                <a:ext uri="{FF2B5EF4-FFF2-40B4-BE49-F238E27FC236}">
                  <a16:creationId xmlns:a16="http://schemas.microsoft.com/office/drawing/2014/main" id="{E055C7A8-A374-428A-9BE3-DEE183B5BC39}"/>
                </a:ext>
              </a:extLst>
            </p:cNvPr>
            <p:cNvSpPr/>
            <p:nvPr/>
          </p:nvSpPr>
          <p:spPr>
            <a:xfrm>
              <a:off x="7978379" y="5056164"/>
              <a:ext cx="1114418" cy="370347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56250" tIns="28125" rIns="56250" bIns="28125" anchor="ctr">
              <a:noAutofit/>
            </a:bodyPr>
            <a:lstStyle/>
            <a:p>
              <a:pPr algn="ctr"/>
              <a:r>
                <a:rPr lang="en-US" sz="1280" spc="-1" dirty="0">
                  <a:solidFill>
                    <a:srgbClr val="000000"/>
                  </a:solidFill>
                  <a:latin typeface="Arial"/>
                </a:rPr>
                <a:t>EtherNet/IP</a:t>
              </a:r>
              <a:endParaRPr lang="en-IN" sz="1280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" name="CustomShape 8">
              <a:extLst>
                <a:ext uri="{FF2B5EF4-FFF2-40B4-BE49-F238E27FC236}">
                  <a16:creationId xmlns:a16="http://schemas.microsoft.com/office/drawing/2014/main" id="{980E2E52-C826-4B80-B1A4-EF165478BC32}"/>
                </a:ext>
              </a:extLst>
            </p:cNvPr>
            <p:cNvSpPr/>
            <p:nvPr/>
          </p:nvSpPr>
          <p:spPr>
            <a:xfrm>
              <a:off x="7976203" y="2484353"/>
              <a:ext cx="1114418" cy="37034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HDSL</a:t>
              </a:r>
            </a:p>
          </p:txBody>
        </p:sp>
        <p:sp>
          <p:nvSpPr>
            <p:cNvPr id="55" name="CustomShape 8">
              <a:extLst>
                <a:ext uri="{FF2B5EF4-FFF2-40B4-BE49-F238E27FC236}">
                  <a16:creationId xmlns:a16="http://schemas.microsoft.com/office/drawing/2014/main" id="{94AD24C4-6F29-4547-8CCD-1924B387D323}"/>
                </a:ext>
              </a:extLst>
            </p:cNvPr>
            <p:cNvSpPr/>
            <p:nvPr/>
          </p:nvSpPr>
          <p:spPr>
            <a:xfrm>
              <a:off x="7962195" y="3137625"/>
              <a:ext cx="1114418" cy="37034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Nikon A-Format</a:t>
              </a:r>
            </a:p>
          </p:txBody>
        </p:sp>
        <p:sp>
          <p:nvSpPr>
            <p:cNvPr id="56" name="CustomShape 8">
              <a:extLst>
                <a:ext uri="{FF2B5EF4-FFF2-40B4-BE49-F238E27FC236}">
                  <a16:creationId xmlns:a16="http://schemas.microsoft.com/office/drawing/2014/main" id="{786CFDC0-B554-4AE6-9E15-6FBE01A3C35D}"/>
                </a:ext>
              </a:extLst>
            </p:cNvPr>
            <p:cNvSpPr/>
            <p:nvPr/>
          </p:nvSpPr>
          <p:spPr>
            <a:xfrm>
              <a:off x="7976203" y="1177283"/>
              <a:ext cx="1114418" cy="37034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BiSS-C</a:t>
              </a:r>
            </a:p>
          </p:txBody>
        </p:sp>
      </p:grpSp>
      <p:sp>
        <p:nvSpPr>
          <p:cNvPr id="57" name="CustomShape 8">
            <a:extLst>
              <a:ext uri="{FF2B5EF4-FFF2-40B4-BE49-F238E27FC236}">
                <a16:creationId xmlns:a16="http://schemas.microsoft.com/office/drawing/2014/main" id="{D798A839-FA43-43D6-9B44-013BA7192AA1}"/>
              </a:ext>
            </a:extLst>
          </p:cNvPr>
          <p:cNvSpPr/>
          <p:nvPr/>
        </p:nvSpPr>
        <p:spPr>
          <a:xfrm>
            <a:off x="4997630" y="2641531"/>
            <a:ext cx="1052746" cy="449640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1280" spc="-2" dirty="0">
                <a:solidFill>
                  <a:srgbClr val="000000"/>
                </a:solidFill>
                <a:latin typeface="Arial"/>
              </a:rPr>
              <a:t>EtherNet/IP</a:t>
            </a:r>
          </a:p>
        </p:txBody>
      </p:sp>
      <p:sp>
        <p:nvSpPr>
          <p:cNvPr id="58" name="CustomShape 8">
            <a:extLst>
              <a:ext uri="{FF2B5EF4-FFF2-40B4-BE49-F238E27FC236}">
                <a16:creationId xmlns:a16="http://schemas.microsoft.com/office/drawing/2014/main" id="{F5AC420F-1776-463C-8A04-434D48B15D33}"/>
              </a:ext>
            </a:extLst>
          </p:cNvPr>
          <p:cNvSpPr/>
          <p:nvPr/>
        </p:nvSpPr>
        <p:spPr>
          <a:xfrm>
            <a:off x="6363658" y="2632443"/>
            <a:ext cx="1052746" cy="449640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1280" spc="-2" dirty="0">
                <a:solidFill>
                  <a:srgbClr val="000000"/>
                </a:solidFill>
                <a:latin typeface="Arial"/>
              </a:rPr>
              <a:t>IOLINK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1CF6A8E-81FC-43B5-91CD-15C96B3711AD}"/>
              </a:ext>
            </a:extLst>
          </p:cNvPr>
          <p:cNvGrpSpPr/>
          <p:nvPr/>
        </p:nvGrpSpPr>
        <p:grpSpPr>
          <a:xfrm>
            <a:off x="1846518" y="4317636"/>
            <a:ext cx="5750763" cy="489936"/>
            <a:chOff x="1963773" y="1577028"/>
            <a:chExt cx="5750763" cy="489936"/>
          </a:xfrm>
        </p:grpSpPr>
        <p:sp>
          <p:nvSpPr>
            <p:cNvPr id="61" name="CustomShape 24">
              <a:extLst>
                <a:ext uri="{FF2B5EF4-FFF2-40B4-BE49-F238E27FC236}">
                  <a16:creationId xmlns:a16="http://schemas.microsoft.com/office/drawing/2014/main" id="{53FCD6D3-9AD4-4E4D-8472-F54472750528}"/>
                </a:ext>
              </a:extLst>
            </p:cNvPr>
            <p:cNvSpPr/>
            <p:nvPr/>
          </p:nvSpPr>
          <p:spPr>
            <a:xfrm>
              <a:off x="1963773" y="1594157"/>
              <a:ext cx="1031760" cy="44854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280" spc="-2" dirty="0">
                  <a:solidFill>
                    <a:srgbClr val="FFFFFF"/>
                  </a:solidFill>
                  <a:latin typeface="Arial"/>
                </a:rPr>
                <a:t>SOC Peripheral</a:t>
              </a:r>
              <a:endParaRPr lang="en-IN" sz="1280" spc="-2" dirty="0">
                <a:solidFill>
                  <a:srgbClr val="FFFFFF"/>
                </a:solidFill>
                <a:latin typeface="Arial"/>
              </a:endParaRP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0B78FDD-639E-4C75-BDED-5733B237707E}"/>
                </a:ext>
              </a:extLst>
            </p:cNvPr>
            <p:cNvGrpSpPr/>
            <p:nvPr/>
          </p:nvGrpSpPr>
          <p:grpSpPr>
            <a:xfrm>
              <a:off x="3141326" y="1577028"/>
              <a:ext cx="4573210" cy="489936"/>
              <a:chOff x="3141326" y="1577028"/>
              <a:chExt cx="4573210" cy="489936"/>
            </a:xfrm>
          </p:grpSpPr>
          <p:sp>
            <p:nvSpPr>
              <p:cNvPr id="63" name="CustomShape 15">
                <a:extLst>
                  <a:ext uri="{FF2B5EF4-FFF2-40B4-BE49-F238E27FC236}">
                    <a16:creationId xmlns:a16="http://schemas.microsoft.com/office/drawing/2014/main" id="{8CC10D8F-E662-40FF-B96F-632AFB9532F3}"/>
                  </a:ext>
                </a:extLst>
              </p:cNvPr>
              <p:cNvSpPr/>
              <p:nvPr/>
            </p:nvSpPr>
            <p:spPr>
              <a:xfrm>
                <a:off x="5454077" y="1577836"/>
                <a:ext cx="1031759" cy="489128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US" sz="1280" spc="-2" dirty="0">
                    <a:solidFill>
                      <a:srgbClr val="000000"/>
                    </a:solidFill>
                  </a:rPr>
                  <a:t>Nikon</a:t>
                </a:r>
              </a:p>
              <a:p>
                <a:pPr algn="ctr"/>
                <a:r>
                  <a:rPr lang="en-US" sz="1280" spc="-2" dirty="0">
                    <a:solidFill>
                      <a:srgbClr val="000000"/>
                    </a:solidFill>
                    <a:latin typeface="Arial"/>
                  </a:rPr>
                  <a:t>A-Format</a:t>
                </a:r>
                <a:endParaRPr lang="en-IN" sz="1280" spc="-2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4" name="CustomShape 8">
                <a:extLst>
                  <a:ext uri="{FF2B5EF4-FFF2-40B4-BE49-F238E27FC236}">
                    <a16:creationId xmlns:a16="http://schemas.microsoft.com/office/drawing/2014/main" id="{DC61F9FB-ACE8-41DA-B31A-550723C32288}"/>
                  </a:ext>
                </a:extLst>
              </p:cNvPr>
              <p:cNvSpPr/>
              <p:nvPr/>
            </p:nvSpPr>
            <p:spPr>
              <a:xfrm>
                <a:off x="4309019" y="1577836"/>
                <a:ext cx="1012511" cy="474753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IN" sz="1280" spc="-2" dirty="0">
                    <a:solidFill>
                      <a:srgbClr val="000000"/>
                    </a:solidFill>
                    <a:latin typeface="Arial"/>
                  </a:rPr>
                  <a:t>HDSL</a:t>
                </a:r>
              </a:p>
            </p:txBody>
          </p:sp>
          <p:sp>
            <p:nvSpPr>
              <p:cNvPr id="65" name="CustomShape 15">
                <a:extLst>
                  <a:ext uri="{FF2B5EF4-FFF2-40B4-BE49-F238E27FC236}">
                    <a16:creationId xmlns:a16="http://schemas.microsoft.com/office/drawing/2014/main" id="{C3CD25CC-7DB8-4D0B-86FE-9377D8AA4106}"/>
                  </a:ext>
                </a:extLst>
              </p:cNvPr>
              <p:cNvSpPr/>
              <p:nvPr/>
            </p:nvSpPr>
            <p:spPr>
              <a:xfrm>
                <a:off x="6686355" y="1577028"/>
                <a:ext cx="1028181" cy="474753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 algn="ctr"/>
                <a:r>
                  <a:rPr lang="en-IN" sz="1280" spc="-2" dirty="0">
                    <a:solidFill>
                      <a:srgbClr val="000000"/>
                    </a:solidFill>
                    <a:latin typeface="Arial"/>
                  </a:rPr>
                  <a:t>Tamagawa</a:t>
                </a:r>
              </a:p>
            </p:txBody>
          </p:sp>
          <p:sp>
            <p:nvSpPr>
              <p:cNvPr id="66" name="CustomShape 8">
                <a:extLst>
                  <a:ext uri="{FF2B5EF4-FFF2-40B4-BE49-F238E27FC236}">
                    <a16:creationId xmlns:a16="http://schemas.microsoft.com/office/drawing/2014/main" id="{9F0A6602-DFCC-4E1C-8AAF-B741A559F22A}"/>
                  </a:ext>
                </a:extLst>
              </p:cNvPr>
              <p:cNvSpPr/>
              <p:nvPr/>
            </p:nvSpPr>
            <p:spPr>
              <a:xfrm>
                <a:off x="3141326" y="1583042"/>
                <a:ext cx="1031760" cy="464863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  <a:effectLst>
                <a:outerShdw blurRad="50760" dist="37674" dir="2700000" algn="tl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IN" sz="1280" spc="-2" dirty="0">
                    <a:solidFill>
                      <a:schemeClr val="bg1"/>
                    </a:solidFill>
                    <a:latin typeface="Arial"/>
                  </a:rPr>
                  <a:t>ICSS </a:t>
                </a:r>
              </a:p>
              <a:p>
                <a:pPr algn="ctr"/>
                <a:r>
                  <a:rPr lang="en-IN" sz="1280" spc="-2" dirty="0">
                    <a:solidFill>
                      <a:schemeClr val="bg1"/>
                    </a:solidFill>
                    <a:latin typeface="Arial"/>
                  </a:rPr>
                  <a:t>EMAC</a:t>
                </a:r>
              </a:p>
            </p:txBody>
          </p:sp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DDE8890-8368-4050-AA15-67C3B6ED0FA0}"/>
              </a:ext>
            </a:extLst>
          </p:cNvPr>
          <p:cNvGrpSpPr/>
          <p:nvPr/>
        </p:nvGrpSpPr>
        <p:grpSpPr>
          <a:xfrm>
            <a:off x="1846518" y="3699484"/>
            <a:ext cx="5751316" cy="478788"/>
            <a:chOff x="1961861" y="936270"/>
            <a:chExt cx="5751316" cy="478788"/>
          </a:xfrm>
        </p:grpSpPr>
        <p:sp>
          <p:nvSpPr>
            <p:cNvPr id="68" name="CustomShape 8">
              <a:extLst>
                <a:ext uri="{FF2B5EF4-FFF2-40B4-BE49-F238E27FC236}">
                  <a16:creationId xmlns:a16="http://schemas.microsoft.com/office/drawing/2014/main" id="{AEAB1A64-5AA7-4050-B2B5-DF1EB16ADEBA}"/>
                </a:ext>
              </a:extLst>
            </p:cNvPr>
            <p:cNvSpPr/>
            <p:nvPr/>
          </p:nvSpPr>
          <p:spPr>
            <a:xfrm>
              <a:off x="1961861" y="936270"/>
              <a:ext cx="1031758" cy="44964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280" spc="-2" dirty="0">
                  <a:solidFill>
                    <a:srgbClr val="FFFFFF"/>
                  </a:solidFill>
                  <a:latin typeface="Arial"/>
                </a:rPr>
                <a:t>Board Peripheral</a:t>
              </a:r>
              <a:endParaRPr lang="en-IN" sz="1280" spc="-2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" name="CustomShape 8">
              <a:extLst>
                <a:ext uri="{FF2B5EF4-FFF2-40B4-BE49-F238E27FC236}">
                  <a16:creationId xmlns:a16="http://schemas.microsoft.com/office/drawing/2014/main" id="{F580071E-2B18-4C88-A14A-DED8BFE56ADC}"/>
                </a:ext>
              </a:extLst>
            </p:cNvPr>
            <p:cNvSpPr/>
            <p:nvPr/>
          </p:nvSpPr>
          <p:spPr>
            <a:xfrm>
              <a:off x="3125816" y="939643"/>
              <a:ext cx="1031759" cy="45509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EtherCAT</a:t>
              </a:r>
            </a:p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FW HAL</a:t>
              </a:r>
            </a:p>
          </p:txBody>
        </p:sp>
        <p:sp>
          <p:nvSpPr>
            <p:cNvPr id="73" name="CustomShape 8">
              <a:extLst>
                <a:ext uri="{FF2B5EF4-FFF2-40B4-BE49-F238E27FC236}">
                  <a16:creationId xmlns:a16="http://schemas.microsoft.com/office/drawing/2014/main" id="{2A67C791-6F55-47C7-B1A6-7B46FB58B437}"/>
                </a:ext>
              </a:extLst>
            </p:cNvPr>
            <p:cNvSpPr/>
            <p:nvPr/>
          </p:nvSpPr>
          <p:spPr>
            <a:xfrm>
              <a:off x="5441757" y="943439"/>
              <a:ext cx="1031759" cy="44963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BiSS-C</a:t>
              </a:r>
            </a:p>
          </p:txBody>
        </p:sp>
        <p:sp>
          <p:nvSpPr>
            <p:cNvPr id="74" name="CustomShape 8">
              <a:extLst>
                <a:ext uri="{FF2B5EF4-FFF2-40B4-BE49-F238E27FC236}">
                  <a16:creationId xmlns:a16="http://schemas.microsoft.com/office/drawing/2014/main" id="{2B228454-BCB9-489B-B719-40B8584D671E}"/>
                </a:ext>
              </a:extLst>
            </p:cNvPr>
            <p:cNvSpPr/>
            <p:nvPr/>
          </p:nvSpPr>
          <p:spPr>
            <a:xfrm>
              <a:off x="6684443" y="936270"/>
              <a:ext cx="1028734" cy="478788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280" spc="-2" dirty="0">
                  <a:solidFill>
                    <a:srgbClr val="000000"/>
                  </a:solidFill>
                </a:rPr>
                <a:t>EnDat</a:t>
              </a:r>
              <a:endParaRPr lang="en-IN" sz="1280" spc="-2" dirty="0">
                <a:solidFill>
                  <a:srgbClr val="000000"/>
                </a:solidFill>
              </a:endParaRPr>
            </a:p>
          </p:txBody>
        </p:sp>
        <p:sp>
          <p:nvSpPr>
            <p:cNvPr id="75" name="CustomShape 8">
              <a:extLst>
                <a:ext uri="{FF2B5EF4-FFF2-40B4-BE49-F238E27FC236}">
                  <a16:creationId xmlns:a16="http://schemas.microsoft.com/office/drawing/2014/main" id="{F8370D72-890A-416C-8661-621C2D086D65}"/>
                </a:ext>
              </a:extLst>
            </p:cNvPr>
            <p:cNvSpPr/>
            <p:nvPr/>
          </p:nvSpPr>
          <p:spPr>
            <a:xfrm>
              <a:off x="4289771" y="936271"/>
              <a:ext cx="1031759" cy="474752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EtherNet/IP</a:t>
              </a:r>
            </a:p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FW HAL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316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5729B-986F-4361-8441-2202045AB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40" y="171461"/>
            <a:ext cx="13533120" cy="448308"/>
          </a:xfrm>
        </p:spPr>
        <p:txBody>
          <a:bodyPr/>
          <a:lstStyle/>
          <a:p>
            <a:r>
              <a:rPr lang="en-US" sz="2800" dirty="0"/>
              <a:t>Motor Control SDK </a:t>
            </a:r>
            <a:r>
              <a:rPr lang="en-US" sz="2800" dirty="0">
                <a:solidFill>
                  <a:schemeClr val="tx1"/>
                </a:solidFill>
              </a:rPr>
              <a:t>| Component Mapping for AM64x</a:t>
            </a:r>
          </a:p>
        </p:txBody>
      </p:sp>
      <p:sp>
        <p:nvSpPr>
          <p:cNvPr id="93" name="CustomShape 1">
            <a:extLst>
              <a:ext uri="{FF2B5EF4-FFF2-40B4-BE49-F238E27FC236}">
                <a16:creationId xmlns:a16="http://schemas.microsoft.com/office/drawing/2014/main" id="{F2BD7EF1-9939-4343-B882-9BB7D2B6DE8E}"/>
              </a:ext>
            </a:extLst>
          </p:cNvPr>
          <p:cNvSpPr/>
          <p:nvPr/>
        </p:nvSpPr>
        <p:spPr>
          <a:xfrm>
            <a:off x="187288" y="5244360"/>
            <a:ext cx="9584148" cy="1005164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  <a:ea typeface="DejaVu Sans"/>
              </a:rPr>
              <a:t>OS Kernel</a:t>
            </a:r>
            <a:endParaRPr lang="en-IN" spc="-2" dirty="0">
              <a:latin typeface="Arial"/>
            </a:endParaRPr>
          </a:p>
        </p:txBody>
      </p:sp>
      <p:sp>
        <p:nvSpPr>
          <p:cNvPr id="94" name="CustomShape 3">
            <a:extLst>
              <a:ext uri="{FF2B5EF4-FFF2-40B4-BE49-F238E27FC236}">
                <a16:creationId xmlns:a16="http://schemas.microsoft.com/office/drawing/2014/main" id="{F396EB7B-63A1-4BA5-B2F2-757577BDD2A9}"/>
              </a:ext>
            </a:extLst>
          </p:cNvPr>
          <p:cNvSpPr/>
          <p:nvPr/>
        </p:nvSpPr>
        <p:spPr>
          <a:xfrm>
            <a:off x="4023266" y="5320681"/>
            <a:ext cx="5543946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spc="-2" dirty="0">
                <a:solidFill>
                  <a:srgbClr val="FFFFFF"/>
                </a:solidFill>
                <a:latin typeface="Arial"/>
                <a:ea typeface="DejaVu Sans"/>
              </a:rPr>
              <a:t>Driver Porting Layer (DPL)</a:t>
            </a:r>
            <a:endParaRPr lang="en-IN" sz="1600" spc="-2" dirty="0">
              <a:latin typeface="Arial"/>
            </a:endParaRPr>
          </a:p>
        </p:txBody>
      </p:sp>
      <p:sp>
        <p:nvSpPr>
          <p:cNvPr id="96" name="CustomShape 5">
            <a:extLst>
              <a:ext uri="{FF2B5EF4-FFF2-40B4-BE49-F238E27FC236}">
                <a16:creationId xmlns:a16="http://schemas.microsoft.com/office/drawing/2014/main" id="{59C50511-9CD0-4024-89B9-50BB30830633}"/>
              </a:ext>
            </a:extLst>
          </p:cNvPr>
          <p:cNvSpPr/>
          <p:nvPr/>
        </p:nvSpPr>
        <p:spPr>
          <a:xfrm>
            <a:off x="6795239" y="5789442"/>
            <a:ext cx="2771973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spc="-2" dirty="0">
                <a:solidFill>
                  <a:srgbClr val="FFFFFF"/>
                </a:solidFill>
                <a:latin typeface="Arial"/>
                <a:ea typeface="DejaVu Sans"/>
              </a:rPr>
              <a:t>No RTOS</a:t>
            </a:r>
            <a:endParaRPr lang="en-IN" sz="1600" spc="-2" dirty="0">
              <a:latin typeface="Arial"/>
            </a:endParaRPr>
          </a:p>
        </p:txBody>
      </p:sp>
      <p:sp>
        <p:nvSpPr>
          <p:cNvPr id="97" name="CustomShape 6">
            <a:extLst>
              <a:ext uri="{FF2B5EF4-FFF2-40B4-BE49-F238E27FC236}">
                <a16:creationId xmlns:a16="http://schemas.microsoft.com/office/drawing/2014/main" id="{4EC958E8-FC03-4C5C-9647-29B758349B13}"/>
              </a:ext>
            </a:extLst>
          </p:cNvPr>
          <p:cNvSpPr/>
          <p:nvPr/>
        </p:nvSpPr>
        <p:spPr>
          <a:xfrm>
            <a:off x="4022225" y="5789442"/>
            <a:ext cx="2605030" cy="3798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spc="-2" dirty="0">
                <a:solidFill>
                  <a:srgbClr val="FFFFFF"/>
                </a:solidFill>
                <a:latin typeface="Arial"/>
                <a:ea typeface="DejaVu Sans"/>
              </a:rPr>
              <a:t>FreeRTOS Kernel</a:t>
            </a:r>
            <a:endParaRPr lang="en-IN" sz="1600" spc="-2" dirty="0">
              <a:latin typeface="Arial"/>
            </a:endParaRPr>
          </a:p>
        </p:txBody>
      </p:sp>
      <p:sp>
        <p:nvSpPr>
          <p:cNvPr id="98" name="CustomShape 7">
            <a:extLst>
              <a:ext uri="{FF2B5EF4-FFF2-40B4-BE49-F238E27FC236}">
                <a16:creationId xmlns:a16="http://schemas.microsoft.com/office/drawing/2014/main" id="{BBDFF6FF-96DF-415E-B361-BF5DECAA8CF2}"/>
              </a:ext>
            </a:extLst>
          </p:cNvPr>
          <p:cNvSpPr/>
          <p:nvPr/>
        </p:nvSpPr>
        <p:spPr>
          <a:xfrm>
            <a:off x="1758020" y="5347415"/>
            <a:ext cx="1848136" cy="837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spc="-2" dirty="0">
                <a:solidFill>
                  <a:srgbClr val="FFFFFF"/>
                </a:solidFill>
                <a:latin typeface="Arial"/>
                <a:ea typeface="DejaVu Sans"/>
              </a:rPr>
              <a:t>FreeRTOS POSIX </a:t>
            </a:r>
            <a:endParaRPr lang="en-IN" sz="1600" spc="-2" dirty="0">
              <a:latin typeface="Arial"/>
            </a:endParaRPr>
          </a:p>
        </p:txBody>
      </p:sp>
      <p:sp>
        <p:nvSpPr>
          <p:cNvPr id="99" name="CustomShape 8">
            <a:extLst>
              <a:ext uri="{FF2B5EF4-FFF2-40B4-BE49-F238E27FC236}">
                <a16:creationId xmlns:a16="http://schemas.microsoft.com/office/drawing/2014/main" id="{300ACF90-638E-45E4-AA50-B7E85398CF97}"/>
              </a:ext>
            </a:extLst>
          </p:cNvPr>
          <p:cNvSpPr/>
          <p:nvPr/>
        </p:nvSpPr>
        <p:spPr>
          <a:xfrm>
            <a:off x="1782201" y="1106203"/>
            <a:ext cx="1031758" cy="449641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280" spc="-2" dirty="0">
                <a:solidFill>
                  <a:srgbClr val="FFFFFF"/>
                </a:solidFill>
                <a:latin typeface="Arial"/>
              </a:rPr>
              <a:t>Examples</a:t>
            </a:r>
            <a:endParaRPr lang="en-IN" sz="128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CustomShape 16">
            <a:extLst>
              <a:ext uri="{FF2B5EF4-FFF2-40B4-BE49-F238E27FC236}">
                <a16:creationId xmlns:a16="http://schemas.microsoft.com/office/drawing/2014/main" id="{4F3D06DA-9050-4F82-9322-CFBBA934B192}"/>
              </a:ext>
            </a:extLst>
          </p:cNvPr>
          <p:cNvSpPr/>
          <p:nvPr/>
        </p:nvSpPr>
        <p:spPr>
          <a:xfrm>
            <a:off x="212852" y="916919"/>
            <a:ext cx="9538445" cy="1425754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  <a:ea typeface="DejaVu Sans"/>
              </a:rPr>
              <a:t>Examples</a:t>
            </a:r>
            <a:endParaRPr lang="en-IN" spc="-2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  <a:ea typeface="DejaVu Sans"/>
              </a:rPr>
              <a:t>And Demos</a:t>
            </a:r>
            <a:endParaRPr lang="en-IN" spc="-2" dirty="0">
              <a:latin typeface="Arial"/>
            </a:endParaRPr>
          </a:p>
        </p:txBody>
      </p:sp>
      <p:sp>
        <p:nvSpPr>
          <p:cNvPr id="106" name="CustomShape 17">
            <a:extLst>
              <a:ext uri="{FF2B5EF4-FFF2-40B4-BE49-F238E27FC236}">
                <a16:creationId xmlns:a16="http://schemas.microsoft.com/office/drawing/2014/main" id="{A732682E-0FAC-4756-92C6-C873E4A1FBF8}"/>
              </a:ext>
            </a:extLst>
          </p:cNvPr>
          <p:cNvSpPr/>
          <p:nvPr/>
        </p:nvSpPr>
        <p:spPr>
          <a:xfrm>
            <a:off x="11421685" y="914400"/>
            <a:ext cx="1916640" cy="5420132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  <a:ea typeface="DejaVu Sans"/>
              </a:rPr>
              <a:t>Tools</a:t>
            </a:r>
            <a:endParaRPr lang="en-IN" spc="-2" dirty="0">
              <a:latin typeface="Arial"/>
            </a:endParaRPr>
          </a:p>
        </p:txBody>
      </p:sp>
      <p:sp>
        <p:nvSpPr>
          <p:cNvPr id="107" name="CustomShape 18">
            <a:extLst>
              <a:ext uri="{FF2B5EF4-FFF2-40B4-BE49-F238E27FC236}">
                <a16:creationId xmlns:a16="http://schemas.microsoft.com/office/drawing/2014/main" id="{18303473-FA0C-4E6A-A716-8B344B585B1F}"/>
              </a:ext>
            </a:extLst>
          </p:cNvPr>
          <p:cNvSpPr/>
          <p:nvPr/>
        </p:nvSpPr>
        <p:spPr>
          <a:xfrm>
            <a:off x="11578825" y="3829020"/>
            <a:ext cx="1602360" cy="4626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600" spc="-2" dirty="0">
                <a:solidFill>
                  <a:srgbClr val="FFFFFF"/>
                </a:solidFill>
                <a:latin typeface="Arial"/>
              </a:rPr>
              <a:t>SysConfig</a:t>
            </a:r>
            <a:endParaRPr lang="en-IN" sz="160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CustomShape 19">
            <a:extLst>
              <a:ext uri="{FF2B5EF4-FFF2-40B4-BE49-F238E27FC236}">
                <a16:creationId xmlns:a16="http://schemas.microsoft.com/office/drawing/2014/main" id="{8EDCC865-568A-435E-BF7C-851D917BF793}"/>
              </a:ext>
            </a:extLst>
          </p:cNvPr>
          <p:cNvSpPr/>
          <p:nvPr/>
        </p:nvSpPr>
        <p:spPr>
          <a:xfrm>
            <a:off x="11568385" y="5517597"/>
            <a:ext cx="1602360" cy="725093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600" spc="-2" dirty="0">
                <a:solidFill>
                  <a:srgbClr val="FFFFFF"/>
                </a:solidFill>
                <a:latin typeface="Arial"/>
              </a:rPr>
              <a:t>Code Composer Studio (CCS)</a:t>
            </a:r>
            <a:endParaRPr lang="en-IN" sz="160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CustomShape 20">
            <a:extLst>
              <a:ext uri="{FF2B5EF4-FFF2-40B4-BE49-F238E27FC236}">
                <a16:creationId xmlns:a16="http://schemas.microsoft.com/office/drawing/2014/main" id="{A0D9FC60-4F5B-4105-8563-5EFE48BD0569}"/>
              </a:ext>
            </a:extLst>
          </p:cNvPr>
          <p:cNvSpPr/>
          <p:nvPr/>
        </p:nvSpPr>
        <p:spPr>
          <a:xfrm>
            <a:off x="11568385" y="4635040"/>
            <a:ext cx="1602360" cy="62136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600" spc="-2" dirty="0">
                <a:solidFill>
                  <a:srgbClr val="FFFFFF"/>
                </a:solidFill>
                <a:latin typeface="Arial"/>
              </a:rPr>
              <a:t>TI CLANG Compiler</a:t>
            </a:r>
            <a:endParaRPr lang="en-IN" sz="160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CustomShape 21">
            <a:extLst>
              <a:ext uri="{FF2B5EF4-FFF2-40B4-BE49-F238E27FC236}">
                <a16:creationId xmlns:a16="http://schemas.microsoft.com/office/drawing/2014/main" id="{09D8FDC2-2E2B-4C96-9E1C-41CEC48BD62A}"/>
              </a:ext>
            </a:extLst>
          </p:cNvPr>
          <p:cNvSpPr/>
          <p:nvPr/>
        </p:nvSpPr>
        <p:spPr>
          <a:xfrm>
            <a:off x="11557618" y="2593004"/>
            <a:ext cx="1602360" cy="86256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600" spc="-2" dirty="0">
                <a:solidFill>
                  <a:srgbClr val="FFFFFF"/>
                </a:solidFill>
                <a:latin typeface="Arial"/>
              </a:rPr>
              <a:t>TI Resource Explorer (TIREX)</a:t>
            </a:r>
            <a:endParaRPr lang="en-IN" sz="160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CustomShape 22">
            <a:extLst>
              <a:ext uri="{FF2B5EF4-FFF2-40B4-BE49-F238E27FC236}">
                <a16:creationId xmlns:a16="http://schemas.microsoft.com/office/drawing/2014/main" id="{EB428E7A-3FA5-49EF-BD88-DE4809590EBB}"/>
              </a:ext>
            </a:extLst>
          </p:cNvPr>
          <p:cNvSpPr/>
          <p:nvPr/>
        </p:nvSpPr>
        <p:spPr>
          <a:xfrm>
            <a:off x="187287" y="6415218"/>
            <a:ext cx="9584149" cy="5369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spc="-2" dirty="0">
                <a:solidFill>
                  <a:srgbClr val="FFFFFF"/>
                </a:solidFill>
                <a:latin typeface="Arial"/>
                <a:ea typeface="DejaVu Sans"/>
              </a:rPr>
              <a:t>ARM A53, ARM R5F, ARM M4F + SOC peripherals + EVM peripherals</a:t>
            </a:r>
            <a:endParaRPr lang="en-IN" sz="1600" spc="-2" dirty="0">
              <a:latin typeface="Arial"/>
            </a:endParaRPr>
          </a:p>
        </p:txBody>
      </p:sp>
      <p:sp>
        <p:nvSpPr>
          <p:cNvPr id="112" name="CustomShape 23">
            <a:extLst>
              <a:ext uri="{FF2B5EF4-FFF2-40B4-BE49-F238E27FC236}">
                <a16:creationId xmlns:a16="http://schemas.microsoft.com/office/drawing/2014/main" id="{03A1A3BF-D144-4FDC-942A-8AA5E0B37952}"/>
              </a:ext>
            </a:extLst>
          </p:cNvPr>
          <p:cNvSpPr/>
          <p:nvPr/>
        </p:nvSpPr>
        <p:spPr>
          <a:xfrm>
            <a:off x="11421685" y="6427819"/>
            <a:ext cx="1916640" cy="5243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spc="-2" dirty="0">
                <a:solidFill>
                  <a:srgbClr val="FFFFFF"/>
                </a:solidFill>
                <a:latin typeface="Arial"/>
                <a:ea typeface="DejaVu Sans"/>
              </a:rPr>
              <a:t>X86 Host (Windows / Linux)</a:t>
            </a:r>
            <a:endParaRPr lang="en-IN" sz="1600" spc="-2" dirty="0">
              <a:latin typeface="Arial"/>
            </a:endParaRPr>
          </a:p>
        </p:txBody>
      </p:sp>
      <p:sp>
        <p:nvSpPr>
          <p:cNvPr id="113" name="CustomShape 24">
            <a:extLst>
              <a:ext uri="{FF2B5EF4-FFF2-40B4-BE49-F238E27FC236}">
                <a16:creationId xmlns:a16="http://schemas.microsoft.com/office/drawing/2014/main" id="{F7FC4F91-0E6E-4B6E-BF07-BC51B5C929A5}"/>
              </a:ext>
            </a:extLst>
          </p:cNvPr>
          <p:cNvSpPr/>
          <p:nvPr/>
        </p:nvSpPr>
        <p:spPr>
          <a:xfrm>
            <a:off x="1783584" y="1711223"/>
            <a:ext cx="1031760" cy="491094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280" spc="-2" dirty="0">
                <a:solidFill>
                  <a:srgbClr val="FFFFFF"/>
                </a:solidFill>
                <a:latin typeface="Arial"/>
              </a:rPr>
              <a:t>Demos</a:t>
            </a:r>
            <a:endParaRPr lang="en-IN" sz="128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CustomShape 25">
            <a:extLst>
              <a:ext uri="{FF2B5EF4-FFF2-40B4-BE49-F238E27FC236}">
                <a16:creationId xmlns:a16="http://schemas.microsoft.com/office/drawing/2014/main" id="{DCFBB7F5-443D-4495-A25F-BDA3B199691F}"/>
              </a:ext>
            </a:extLst>
          </p:cNvPr>
          <p:cNvSpPr/>
          <p:nvPr/>
        </p:nvSpPr>
        <p:spPr>
          <a:xfrm>
            <a:off x="11557618" y="1348088"/>
            <a:ext cx="1602360" cy="86256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600" spc="-2" dirty="0">
                <a:solidFill>
                  <a:srgbClr val="FFFFFF"/>
                </a:solidFill>
                <a:latin typeface="Arial"/>
              </a:rPr>
              <a:t>SDK Tools (Flashing, Boot, …)</a:t>
            </a:r>
            <a:endParaRPr lang="en-IN" sz="160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CustomShape 17">
            <a:extLst>
              <a:ext uri="{FF2B5EF4-FFF2-40B4-BE49-F238E27FC236}">
                <a16:creationId xmlns:a16="http://schemas.microsoft.com/office/drawing/2014/main" id="{4291FF05-F6CE-4A38-84EE-58927DBC4826}"/>
              </a:ext>
            </a:extLst>
          </p:cNvPr>
          <p:cNvSpPr/>
          <p:nvPr/>
        </p:nvSpPr>
        <p:spPr>
          <a:xfrm>
            <a:off x="9871525" y="914400"/>
            <a:ext cx="1404368" cy="5420131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</a:rPr>
              <a:t>Firmware</a:t>
            </a:r>
            <a:endParaRPr lang="en-IN" spc="-2" dirty="0">
              <a:latin typeface="Arial"/>
            </a:endParaRPr>
          </a:p>
        </p:txBody>
      </p:sp>
      <p:sp>
        <p:nvSpPr>
          <p:cNvPr id="52" name="CustomShape 23">
            <a:extLst>
              <a:ext uri="{FF2B5EF4-FFF2-40B4-BE49-F238E27FC236}">
                <a16:creationId xmlns:a16="http://schemas.microsoft.com/office/drawing/2014/main" id="{7BCD0863-F6ED-4DC4-983E-37943352EE5E}"/>
              </a:ext>
            </a:extLst>
          </p:cNvPr>
          <p:cNvSpPr/>
          <p:nvPr/>
        </p:nvSpPr>
        <p:spPr>
          <a:xfrm>
            <a:off x="9871525" y="6427819"/>
            <a:ext cx="1404368" cy="5243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spc="-2" dirty="0">
                <a:solidFill>
                  <a:srgbClr val="FFFFFF"/>
                </a:solidFill>
                <a:latin typeface="Arial"/>
                <a:ea typeface="DejaVu Sans"/>
              </a:rPr>
              <a:t>ICSS</a:t>
            </a:r>
            <a:endParaRPr lang="en-IN" sz="1600" spc="-2" dirty="0">
              <a:latin typeface="Arial"/>
            </a:endParaRPr>
          </a:p>
        </p:txBody>
      </p:sp>
      <p:sp>
        <p:nvSpPr>
          <p:cNvPr id="54" name="CustomShape 8">
            <a:extLst>
              <a:ext uri="{FF2B5EF4-FFF2-40B4-BE49-F238E27FC236}">
                <a16:creationId xmlns:a16="http://schemas.microsoft.com/office/drawing/2014/main" id="{12F95B4D-3759-4104-8D58-EAF6518E9F95}"/>
              </a:ext>
            </a:extLst>
          </p:cNvPr>
          <p:cNvSpPr/>
          <p:nvPr/>
        </p:nvSpPr>
        <p:spPr>
          <a:xfrm>
            <a:off x="10041247" y="1315640"/>
            <a:ext cx="1114418" cy="370347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1280" spc="-2" dirty="0">
                <a:solidFill>
                  <a:srgbClr val="000000"/>
                </a:solidFill>
                <a:latin typeface="Arial"/>
              </a:rPr>
              <a:t>EnDat</a:t>
            </a:r>
          </a:p>
        </p:txBody>
      </p:sp>
      <p:sp>
        <p:nvSpPr>
          <p:cNvPr id="55" name="CustomShape 8">
            <a:extLst>
              <a:ext uri="{FF2B5EF4-FFF2-40B4-BE49-F238E27FC236}">
                <a16:creationId xmlns:a16="http://schemas.microsoft.com/office/drawing/2014/main" id="{D3B83D30-7279-4106-8E40-EC7C6D8CAA48}"/>
              </a:ext>
            </a:extLst>
          </p:cNvPr>
          <p:cNvSpPr/>
          <p:nvPr/>
        </p:nvSpPr>
        <p:spPr>
          <a:xfrm>
            <a:off x="10031151" y="1823832"/>
            <a:ext cx="1114418" cy="370347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280" spc="-2" dirty="0">
                <a:solidFill>
                  <a:srgbClr val="000000"/>
                </a:solidFill>
                <a:latin typeface="Arial"/>
              </a:rPr>
              <a:t>Tamagawa</a:t>
            </a:r>
            <a:endParaRPr lang="en-IN" sz="1280" spc="-2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CustomShape 8">
            <a:extLst>
              <a:ext uri="{FF2B5EF4-FFF2-40B4-BE49-F238E27FC236}">
                <a16:creationId xmlns:a16="http://schemas.microsoft.com/office/drawing/2014/main" id="{88B97E17-05DC-49D0-B861-F3FA96A2799E}"/>
              </a:ext>
            </a:extLst>
          </p:cNvPr>
          <p:cNvSpPr/>
          <p:nvPr/>
        </p:nvSpPr>
        <p:spPr>
          <a:xfrm>
            <a:off x="10041247" y="3006046"/>
            <a:ext cx="1114418" cy="370347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1280" spc="-2" dirty="0">
                <a:solidFill>
                  <a:srgbClr val="000000"/>
                </a:solidFill>
                <a:latin typeface="Arial"/>
              </a:rPr>
              <a:t>SDFM</a:t>
            </a:r>
          </a:p>
        </p:txBody>
      </p:sp>
      <p:sp>
        <p:nvSpPr>
          <p:cNvPr id="63" name="CustomShape 8">
            <a:extLst>
              <a:ext uri="{FF2B5EF4-FFF2-40B4-BE49-F238E27FC236}">
                <a16:creationId xmlns:a16="http://schemas.microsoft.com/office/drawing/2014/main" id="{7606A0F4-DCD2-4066-9BF4-874B6FC1A482}"/>
              </a:ext>
            </a:extLst>
          </p:cNvPr>
          <p:cNvSpPr/>
          <p:nvPr/>
        </p:nvSpPr>
        <p:spPr>
          <a:xfrm>
            <a:off x="10031151" y="2409306"/>
            <a:ext cx="1114418" cy="370347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1280" spc="-2" dirty="0">
                <a:solidFill>
                  <a:srgbClr val="000000"/>
                </a:solidFill>
                <a:latin typeface="Arial"/>
              </a:rPr>
              <a:t>HDSL</a:t>
            </a:r>
          </a:p>
        </p:txBody>
      </p:sp>
      <p:sp>
        <p:nvSpPr>
          <p:cNvPr id="71" name="CustomShape 14">
            <a:extLst>
              <a:ext uri="{FF2B5EF4-FFF2-40B4-BE49-F238E27FC236}">
                <a16:creationId xmlns:a16="http://schemas.microsoft.com/office/drawing/2014/main" id="{EBA946F5-D295-4F2E-8D3D-32CB272F98DA}"/>
              </a:ext>
            </a:extLst>
          </p:cNvPr>
          <p:cNvSpPr/>
          <p:nvPr/>
        </p:nvSpPr>
        <p:spPr>
          <a:xfrm>
            <a:off x="187288" y="3650569"/>
            <a:ext cx="9584150" cy="1377720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  <a:ea typeface="DejaVu Sans"/>
              </a:rPr>
              <a:t>Drivers and</a:t>
            </a:r>
            <a:endParaRPr lang="en-IN" spc="-2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  <a:ea typeface="DejaVu Sans"/>
              </a:rPr>
              <a:t>HAL</a:t>
            </a:r>
            <a:endParaRPr lang="en-IN" spc="-2" dirty="0">
              <a:latin typeface="Arial"/>
            </a:endParaRPr>
          </a:p>
        </p:txBody>
      </p:sp>
      <p:sp>
        <p:nvSpPr>
          <p:cNvPr id="83" name="CustomShape 15">
            <a:extLst>
              <a:ext uri="{FF2B5EF4-FFF2-40B4-BE49-F238E27FC236}">
                <a16:creationId xmlns:a16="http://schemas.microsoft.com/office/drawing/2014/main" id="{2B3E019C-8EF4-444D-8BD9-35787B4CE89D}"/>
              </a:ext>
            </a:extLst>
          </p:cNvPr>
          <p:cNvSpPr/>
          <p:nvPr/>
        </p:nvSpPr>
        <p:spPr>
          <a:xfrm>
            <a:off x="8772962" y="4153246"/>
            <a:ext cx="924740" cy="372366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280" spc="-2" dirty="0">
                <a:solidFill>
                  <a:srgbClr val="000000"/>
                </a:solidFill>
              </a:rPr>
              <a:t>RTLibs</a:t>
            </a:r>
            <a:endParaRPr lang="en-IN" sz="1280" spc="-2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CustomShape 8">
            <a:extLst>
              <a:ext uri="{FF2B5EF4-FFF2-40B4-BE49-F238E27FC236}">
                <a16:creationId xmlns:a16="http://schemas.microsoft.com/office/drawing/2014/main" id="{B9B9C38B-2189-4BCB-BA18-0A4C8D7E9AC8}"/>
              </a:ext>
            </a:extLst>
          </p:cNvPr>
          <p:cNvSpPr/>
          <p:nvPr/>
        </p:nvSpPr>
        <p:spPr>
          <a:xfrm>
            <a:off x="10063810" y="3598710"/>
            <a:ext cx="1049100" cy="370347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1280" spc="-1" dirty="0">
                <a:solidFill>
                  <a:srgbClr val="000000"/>
                </a:solidFill>
                <a:latin typeface="Arial"/>
              </a:rPr>
              <a:t>EtherNet/IP</a:t>
            </a:r>
            <a:endParaRPr lang="en-IN" sz="128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CustomShape 8">
            <a:extLst>
              <a:ext uri="{FF2B5EF4-FFF2-40B4-BE49-F238E27FC236}">
                <a16:creationId xmlns:a16="http://schemas.microsoft.com/office/drawing/2014/main" id="{64360DD5-025B-4378-8504-C84B4FA5AF28}"/>
              </a:ext>
            </a:extLst>
          </p:cNvPr>
          <p:cNvSpPr/>
          <p:nvPr/>
        </p:nvSpPr>
        <p:spPr>
          <a:xfrm>
            <a:off x="10086595" y="4176994"/>
            <a:ext cx="1049100" cy="370347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US" sz="1280" spc="-1" dirty="0">
                <a:solidFill>
                  <a:srgbClr val="000000"/>
                </a:solidFill>
                <a:latin typeface="Arial"/>
              </a:rPr>
              <a:t>EtherCAT</a:t>
            </a:r>
            <a:endParaRPr lang="en-IN" sz="128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CustomShape 8">
            <a:extLst>
              <a:ext uri="{FF2B5EF4-FFF2-40B4-BE49-F238E27FC236}">
                <a16:creationId xmlns:a16="http://schemas.microsoft.com/office/drawing/2014/main" id="{32A75533-C752-44D1-9C09-E3E3E9A8E712}"/>
              </a:ext>
            </a:extLst>
          </p:cNvPr>
          <p:cNvSpPr/>
          <p:nvPr/>
        </p:nvSpPr>
        <p:spPr>
          <a:xfrm>
            <a:off x="10072837" y="4722609"/>
            <a:ext cx="1049100" cy="370347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IN" sz="1280" spc="-1" dirty="0">
                <a:solidFill>
                  <a:srgbClr val="000000"/>
                </a:solidFill>
                <a:latin typeface="Arial"/>
              </a:rPr>
              <a:t>Profinet</a:t>
            </a:r>
          </a:p>
        </p:txBody>
      </p:sp>
      <p:sp>
        <p:nvSpPr>
          <p:cNvPr id="46" name="CustomShape 8">
            <a:extLst>
              <a:ext uri="{FF2B5EF4-FFF2-40B4-BE49-F238E27FC236}">
                <a16:creationId xmlns:a16="http://schemas.microsoft.com/office/drawing/2014/main" id="{F14C8740-1E3F-43F2-A90F-7AED10928173}"/>
              </a:ext>
            </a:extLst>
          </p:cNvPr>
          <p:cNvSpPr/>
          <p:nvPr/>
        </p:nvSpPr>
        <p:spPr>
          <a:xfrm>
            <a:off x="10063810" y="5300893"/>
            <a:ext cx="1049100" cy="370347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IN" sz="1280" spc="-1" dirty="0">
                <a:solidFill>
                  <a:srgbClr val="000000"/>
                </a:solidFill>
                <a:latin typeface="Arial"/>
              </a:rPr>
              <a:t>HSR/PRP</a:t>
            </a:r>
          </a:p>
        </p:txBody>
      </p:sp>
      <p:sp>
        <p:nvSpPr>
          <p:cNvPr id="48" name="CustomShape 8">
            <a:extLst>
              <a:ext uri="{FF2B5EF4-FFF2-40B4-BE49-F238E27FC236}">
                <a16:creationId xmlns:a16="http://schemas.microsoft.com/office/drawing/2014/main" id="{5A281F1F-1FED-41D1-9B89-8CD6235CB383}"/>
              </a:ext>
            </a:extLst>
          </p:cNvPr>
          <p:cNvSpPr/>
          <p:nvPr/>
        </p:nvSpPr>
        <p:spPr>
          <a:xfrm>
            <a:off x="10049159" y="5879177"/>
            <a:ext cx="1049100" cy="370347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IN" sz="1100" spc="-1" dirty="0">
                <a:solidFill>
                  <a:srgbClr val="000000"/>
                </a:solidFill>
                <a:latin typeface="Arial"/>
              </a:rPr>
              <a:t>ENET MAC/Switch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8EF7226-6D14-4A8E-B761-8CA690FB4693}"/>
              </a:ext>
            </a:extLst>
          </p:cNvPr>
          <p:cNvGrpSpPr/>
          <p:nvPr/>
        </p:nvGrpSpPr>
        <p:grpSpPr>
          <a:xfrm>
            <a:off x="1758019" y="4382105"/>
            <a:ext cx="6945197" cy="538781"/>
            <a:chOff x="1759067" y="4578409"/>
            <a:chExt cx="6945197" cy="538781"/>
          </a:xfrm>
        </p:grpSpPr>
        <p:sp>
          <p:nvSpPr>
            <p:cNvPr id="76" name="CustomShape 4">
              <a:extLst>
                <a:ext uri="{FF2B5EF4-FFF2-40B4-BE49-F238E27FC236}">
                  <a16:creationId xmlns:a16="http://schemas.microsoft.com/office/drawing/2014/main" id="{1B024EA3-0E43-445D-BF88-EC0D5B5DFFBA}"/>
                </a:ext>
              </a:extLst>
            </p:cNvPr>
            <p:cNvSpPr/>
            <p:nvPr/>
          </p:nvSpPr>
          <p:spPr>
            <a:xfrm>
              <a:off x="1759067" y="4609183"/>
              <a:ext cx="1030713" cy="49778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280" spc="-2" dirty="0">
                  <a:solidFill>
                    <a:srgbClr val="FFFFFF"/>
                  </a:solidFill>
                  <a:latin typeface="Arial"/>
                </a:rPr>
                <a:t>SOC Peripheral</a:t>
              </a:r>
              <a:endParaRPr lang="en-IN" sz="1280" spc="-2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7" name="CustomShape 24">
              <a:extLst>
                <a:ext uri="{FF2B5EF4-FFF2-40B4-BE49-F238E27FC236}">
                  <a16:creationId xmlns:a16="http://schemas.microsoft.com/office/drawing/2014/main" id="{9501D981-880D-4B71-ACBB-2760ECB488F3}"/>
                </a:ext>
              </a:extLst>
            </p:cNvPr>
            <p:cNvSpPr/>
            <p:nvPr/>
          </p:nvSpPr>
          <p:spPr>
            <a:xfrm>
              <a:off x="7740435" y="4578409"/>
              <a:ext cx="963829" cy="53877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280" spc="-2" dirty="0">
                  <a:solidFill>
                    <a:srgbClr val="000000"/>
                  </a:solidFill>
                  <a:latin typeface="Arial"/>
                </a:rPr>
                <a:t>SDFM</a:t>
              </a:r>
              <a:endParaRPr lang="en-IN" sz="1280" spc="-2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" name="CustomShape 8">
              <a:extLst>
                <a:ext uri="{FF2B5EF4-FFF2-40B4-BE49-F238E27FC236}">
                  <a16:creationId xmlns:a16="http://schemas.microsoft.com/office/drawing/2014/main" id="{490D27A3-6945-406A-BAF2-EFE79C38162A}"/>
                </a:ext>
              </a:extLst>
            </p:cNvPr>
            <p:cNvSpPr/>
            <p:nvPr/>
          </p:nvSpPr>
          <p:spPr>
            <a:xfrm>
              <a:off x="6505903" y="4598961"/>
              <a:ext cx="1093502" cy="50800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Tamagawa</a:t>
              </a:r>
            </a:p>
          </p:txBody>
        </p:sp>
        <p:sp>
          <p:nvSpPr>
            <p:cNvPr id="79" name="CustomShape 24">
              <a:extLst>
                <a:ext uri="{FF2B5EF4-FFF2-40B4-BE49-F238E27FC236}">
                  <a16:creationId xmlns:a16="http://schemas.microsoft.com/office/drawing/2014/main" id="{60A09B32-BD62-4975-9EC3-1FD10D5A8896}"/>
                </a:ext>
              </a:extLst>
            </p:cNvPr>
            <p:cNvSpPr/>
            <p:nvPr/>
          </p:nvSpPr>
          <p:spPr>
            <a:xfrm>
              <a:off x="5400654" y="4609183"/>
              <a:ext cx="963829" cy="508007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280" spc="-2" dirty="0">
                  <a:solidFill>
                    <a:srgbClr val="000000"/>
                  </a:solidFill>
                  <a:latin typeface="Arial"/>
                </a:rPr>
                <a:t>HSR/PRP FW HAL</a:t>
              </a:r>
              <a:endParaRPr lang="en-IN" sz="1280" spc="-2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" name="CustomShape 8">
              <a:extLst>
                <a:ext uri="{FF2B5EF4-FFF2-40B4-BE49-F238E27FC236}">
                  <a16:creationId xmlns:a16="http://schemas.microsoft.com/office/drawing/2014/main" id="{26B1E1EE-FCB2-432F-A18E-FA8F842B16F1}"/>
                </a:ext>
              </a:extLst>
            </p:cNvPr>
            <p:cNvSpPr/>
            <p:nvPr/>
          </p:nvSpPr>
          <p:spPr>
            <a:xfrm>
              <a:off x="4165732" y="4609183"/>
              <a:ext cx="1093502" cy="508005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Profinet </a:t>
              </a:r>
            </a:p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FW HAL</a:t>
              </a:r>
            </a:p>
          </p:txBody>
        </p:sp>
        <p:sp>
          <p:nvSpPr>
            <p:cNvPr id="84" name="CustomShape 8">
              <a:extLst>
                <a:ext uri="{FF2B5EF4-FFF2-40B4-BE49-F238E27FC236}">
                  <a16:creationId xmlns:a16="http://schemas.microsoft.com/office/drawing/2014/main" id="{927F3F1C-CDA6-404F-9F41-5ABD383A430D}"/>
                </a:ext>
              </a:extLst>
            </p:cNvPr>
            <p:cNvSpPr/>
            <p:nvPr/>
          </p:nvSpPr>
          <p:spPr>
            <a:xfrm>
              <a:off x="2930810" y="4609183"/>
              <a:ext cx="1093502" cy="508005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solidFill>
                    <a:schemeClr val="bg1"/>
                  </a:solidFill>
                  <a:latin typeface="Arial"/>
                </a:rPr>
                <a:t>ENET LLD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D2CA552-C0EA-46FF-8CBA-00556992EAFF}"/>
              </a:ext>
            </a:extLst>
          </p:cNvPr>
          <p:cNvGrpSpPr/>
          <p:nvPr/>
        </p:nvGrpSpPr>
        <p:grpSpPr>
          <a:xfrm>
            <a:off x="1758019" y="3813520"/>
            <a:ext cx="6945197" cy="455152"/>
            <a:chOff x="1759065" y="4007382"/>
            <a:chExt cx="6945197" cy="455152"/>
          </a:xfrm>
        </p:grpSpPr>
        <p:sp>
          <p:nvSpPr>
            <p:cNvPr id="86" name="CustomShape 15">
              <a:extLst>
                <a:ext uri="{FF2B5EF4-FFF2-40B4-BE49-F238E27FC236}">
                  <a16:creationId xmlns:a16="http://schemas.microsoft.com/office/drawing/2014/main" id="{3A564F5B-DC40-45FF-8B10-DCCC5DE7D8E3}"/>
                </a:ext>
              </a:extLst>
            </p:cNvPr>
            <p:cNvSpPr/>
            <p:nvPr/>
          </p:nvSpPr>
          <p:spPr>
            <a:xfrm>
              <a:off x="1759065" y="4012893"/>
              <a:ext cx="1030713" cy="44964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280" spc="-2" dirty="0">
                  <a:solidFill>
                    <a:srgbClr val="FFFFFF"/>
                  </a:solidFill>
                  <a:latin typeface="Arial"/>
                </a:rPr>
                <a:t>Board Peripheral</a:t>
              </a:r>
              <a:endParaRPr lang="en-IN" sz="1280" spc="-2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7" name="CustomShape 8">
              <a:extLst>
                <a:ext uri="{FF2B5EF4-FFF2-40B4-BE49-F238E27FC236}">
                  <a16:creationId xmlns:a16="http://schemas.microsoft.com/office/drawing/2014/main" id="{0D80E9EE-F48E-49CE-A252-6C1DF74C2602}"/>
                </a:ext>
              </a:extLst>
            </p:cNvPr>
            <p:cNvSpPr/>
            <p:nvPr/>
          </p:nvSpPr>
          <p:spPr>
            <a:xfrm>
              <a:off x="7745735" y="4007382"/>
              <a:ext cx="958527" cy="44964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HDSL</a:t>
              </a:r>
            </a:p>
          </p:txBody>
        </p:sp>
        <p:sp>
          <p:nvSpPr>
            <p:cNvPr id="88" name="CustomShape 8">
              <a:extLst>
                <a:ext uri="{FF2B5EF4-FFF2-40B4-BE49-F238E27FC236}">
                  <a16:creationId xmlns:a16="http://schemas.microsoft.com/office/drawing/2014/main" id="{E13D227E-6029-4DC5-B0BB-68D71B8D2ED7}"/>
                </a:ext>
              </a:extLst>
            </p:cNvPr>
            <p:cNvSpPr/>
            <p:nvPr/>
          </p:nvSpPr>
          <p:spPr>
            <a:xfrm>
              <a:off x="6505901" y="4007382"/>
              <a:ext cx="1099375" cy="44964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EnDat</a:t>
              </a:r>
            </a:p>
          </p:txBody>
        </p:sp>
        <p:sp>
          <p:nvSpPr>
            <p:cNvPr id="89" name="CustomShape 8">
              <a:extLst>
                <a:ext uri="{FF2B5EF4-FFF2-40B4-BE49-F238E27FC236}">
                  <a16:creationId xmlns:a16="http://schemas.microsoft.com/office/drawing/2014/main" id="{600E2B4F-6469-45BF-BFB9-99C8C3A42261}"/>
                </a:ext>
              </a:extLst>
            </p:cNvPr>
            <p:cNvSpPr/>
            <p:nvPr/>
          </p:nvSpPr>
          <p:spPr>
            <a:xfrm>
              <a:off x="5400652" y="4007382"/>
              <a:ext cx="971585" cy="44964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00" spc="-2" dirty="0">
                  <a:solidFill>
                    <a:srgbClr val="000000"/>
                  </a:solidFill>
                  <a:latin typeface="Arial"/>
                </a:rPr>
                <a:t>EtherNet/IP FW HAL</a:t>
              </a:r>
            </a:p>
          </p:txBody>
        </p:sp>
        <p:sp>
          <p:nvSpPr>
            <p:cNvPr id="90" name="CustomShape 8">
              <a:extLst>
                <a:ext uri="{FF2B5EF4-FFF2-40B4-BE49-F238E27FC236}">
                  <a16:creationId xmlns:a16="http://schemas.microsoft.com/office/drawing/2014/main" id="{51B6AC0E-4960-4B0D-A32D-2DE55843B9E2}"/>
                </a:ext>
              </a:extLst>
            </p:cNvPr>
            <p:cNvSpPr/>
            <p:nvPr/>
          </p:nvSpPr>
          <p:spPr>
            <a:xfrm>
              <a:off x="4165730" y="4007382"/>
              <a:ext cx="1069926" cy="44964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EtherCAT FW HAL</a:t>
              </a:r>
            </a:p>
          </p:txBody>
        </p:sp>
        <p:sp>
          <p:nvSpPr>
            <p:cNvPr id="91" name="CustomShape 8">
              <a:extLst>
                <a:ext uri="{FF2B5EF4-FFF2-40B4-BE49-F238E27FC236}">
                  <a16:creationId xmlns:a16="http://schemas.microsoft.com/office/drawing/2014/main" id="{14161222-74A9-4F70-807B-78DD69EEE3D1}"/>
                </a:ext>
              </a:extLst>
            </p:cNvPr>
            <p:cNvSpPr/>
            <p:nvPr/>
          </p:nvSpPr>
          <p:spPr>
            <a:xfrm>
              <a:off x="2941140" y="4012894"/>
              <a:ext cx="1049652" cy="44964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ICSS EMAC</a:t>
              </a:r>
            </a:p>
          </p:txBody>
        </p:sp>
      </p:grpSp>
      <p:sp>
        <p:nvSpPr>
          <p:cNvPr id="92" name="CustomShape 14">
            <a:extLst>
              <a:ext uri="{FF2B5EF4-FFF2-40B4-BE49-F238E27FC236}">
                <a16:creationId xmlns:a16="http://schemas.microsoft.com/office/drawing/2014/main" id="{E1B86C6F-42EE-44F6-AFD0-BB06C39225F2}"/>
              </a:ext>
            </a:extLst>
          </p:cNvPr>
          <p:cNvSpPr/>
          <p:nvPr/>
        </p:nvSpPr>
        <p:spPr>
          <a:xfrm>
            <a:off x="212852" y="2567607"/>
            <a:ext cx="9548093" cy="858028"/>
          </a:xfrm>
          <a:prstGeom prst="rect">
            <a:avLst/>
          </a:prstGeom>
          <a:noFill/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</a:rPr>
              <a:t>Protocol Stacks </a:t>
            </a:r>
          </a:p>
          <a:p>
            <a:pPr>
              <a:lnSpc>
                <a:spcPct val="100000"/>
              </a:lnSpc>
              <a:buNone/>
            </a:pPr>
            <a:r>
              <a:rPr lang="en-US" spc="-2" dirty="0">
                <a:solidFill>
                  <a:srgbClr val="000000"/>
                </a:solidFill>
                <a:latin typeface="Arial"/>
              </a:rPr>
              <a:t>and Middleware</a:t>
            </a:r>
            <a:endParaRPr lang="en-IN" spc="-2" dirty="0">
              <a:latin typeface="Arial"/>
            </a:endParaRPr>
          </a:p>
        </p:txBody>
      </p:sp>
      <p:sp>
        <p:nvSpPr>
          <p:cNvPr id="118" name="CustomShape 15">
            <a:extLst>
              <a:ext uri="{FF2B5EF4-FFF2-40B4-BE49-F238E27FC236}">
                <a16:creationId xmlns:a16="http://schemas.microsoft.com/office/drawing/2014/main" id="{780414EF-B491-44AD-A87E-D8A46FD90D82}"/>
              </a:ext>
            </a:extLst>
          </p:cNvPr>
          <p:cNvSpPr/>
          <p:nvPr/>
        </p:nvSpPr>
        <p:spPr>
          <a:xfrm>
            <a:off x="2310235" y="2765613"/>
            <a:ext cx="1033751" cy="449641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280" spc="-2" dirty="0">
                <a:solidFill>
                  <a:srgbClr val="FFFFFF"/>
                </a:solidFill>
                <a:latin typeface="Arial"/>
              </a:rPr>
              <a:t>LwIP</a:t>
            </a:r>
          </a:p>
          <a:p>
            <a:pPr algn="ctr"/>
            <a:r>
              <a:rPr lang="en-US" sz="1280" spc="-2" dirty="0">
                <a:solidFill>
                  <a:srgbClr val="FFFFFF"/>
                </a:solidFill>
                <a:latin typeface="Arial"/>
              </a:rPr>
              <a:t>(TCP/UDP)</a:t>
            </a:r>
            <a:endParaRPr lang="en-IN" sz="1280" spc="-2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CustomShape 8">
            <a:extLst>
              <a:ext uri="{FF2B5EF4-FFF2-40B4-BE49-F238E27FC236}">
                <a16:creationId xmlns:a16="http://schemas.microsoft.com/office/drawing/2014/main" id="{1720BC05-2197-4389-ABE7-96FCD5452B65}"/>
              </a:ext>
            </a:extLst>
          </p:cNvPr>
          <p:cNvSpPr/>
          <p:nvPr/>
        </p:nvSpPr>
        <p:spPr>
          <a:xfrm>
            <a:off x="5951822" y="2760102"/>
            <a:ext cx="974449" cy="449640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1280" spc="-2" dirty="0">
                <a:solidFill>
                  <a:srgbClr val="000000"/>
                </a:solidFill>
                <a:latin typeface="Arial"/>
              </a:rPr>
              <a:t>IOLINK</a:t>
            </a:r>
          </a:p>
        </p:txBody>
      </p:sp>
      <p:sp>
        <p:nvSpPr>
          <p:cNvPr id="122" name="CustomShape 8">
            <a:extLst>
              <a:ext uri="{FF2B5EF4-FFF2-40B4-BE49-F238E27FC236}">
                <a16:creationId xmlns:a16="http://schemas.microsoft.com/office/drawing/2014/main" id="{B35B38D7-4F69-4C8F-A82B-3D47A11A57CF}"/>
              </a:ext>
            </a:extLst>
          </p:cNvPr>
          <p:cNvSpPr/>
          <p:nvPr/>
        </p:nvSpPr>
        <p:spPr>
          <a:xfrm>
            <a:off x="4716899" y="2760102"/>
            <a:ext cx="1073079" cy="449640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1280" spc="-2" dirty="0">
                <a:solidFill>
                  <a:srgbClr val="000000"/>
                </a:solidFill>
                <a:latin typeface="Arial"/>
              </a:rPr>
              <a:t>EtherNet/IP</a:t>
            </a:r>
          </a:p>
        </p:txBody>
      </p:sp>
      <p:sp>
        <p:nvSpPr>
          <p:cNvPr id="123" name="CustomShape 8">
            <a:extLst>
              <a:ext uri="{FF2B5EF4-FFF2-40B4-BE49-F238E27FC236}">
                <a16:creationId xmlns:a16="http://schemas.microsoft.com/office/drawing/2014/main" id="{56CD9380-8E19-4FB9-90FF-E3C8CEFE4F07}"/>
              </a:ext>
            </a:extLst>
          </p:cNvPr>
          <p:cNvSpPr/>
          <p:nvPr/>
        </p:nvSpPr>
        <p:spPr>
          <a:xfrm>
            <a:off x="3492310" y="2765614"/>
            <a:ext cx="1052746" cy="449640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1280" spc="-2" dirty="0">
                <a:solidFill>
                  <a:srgbClr val="000000"/>
                </a:solidFill>
                <a:latin typeface="Arial"/>
              </a:rPr>
              <a:t>EtherCAT</a:t>
            </a:r>
          </a:p>
        </p:txBody>
      </p:sp>
      <p:sp>
        <p:nvSpPr>
          <p:cNvPr id="124" name="CustomShape 8">
            <a:extLst>
              <a:ext uri="{FF2B5EF4-FFF2-40B4-BE49-F238E27FC236}">
                <a16:creationId xmlns:a16="http://schemas.microsoft.com/office/drawing/2014/main" id="{DB129941-5968-4FEF-9B22-ED5DD25A457F}"/>
              </a:ext>
            </a:extLst>
          </p:cNvPr>
          <p:cNvSpPr/>
          <p:nvPr/>
        </p:nvSpPr>
        <p:spPr>
          <a:xfrm>
            <a:off x="8359740" y="2770086"/>
            <a:ext cx="1073079" cy="449640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1000" spc="-2" dirty="0">
                <a:solidFill>
                  <a:srgbClr val="000000"/>
                </a:solidFill>
              </a:rPr>
              <a:t>EtherCAT IOLINK Gateway</a:t>
            </a:r>
          </a:p>
        </p:txBody>
      </p:sp>
      <p:sp>
        <p:nvSpPr>
          <p:cNvPr id="125" name="CustomShape 8">
            <a:extLst>
              <a:ext uri="{FF2B5EF4-FFF2-40B4-BE49-F238E27FC236}">
                <a16:creationId xmlns:a16="http://schemas.microsoft.com/office/drawing/2014/main" id="{94D72AEC-FD63-4528-AED3-33BB05EA8FDA}"/>
              </a:ext>
            </a:extLst>
          </p:cNvPr>
          <p:cNvSpPr/>
          <p:nvPr/>
        </p:nvSpPr>
        <p:spPr>
          <a:xfrm>
            <a:off x="7059735" y="2743615"/>
            <a:ext cx="1073079" cy="449640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1280" spc="-2" dirty="0">
                <a:solidFill>
                  <a:srgbClr val="000000"/>
                </a:solidFill>
                <a:latin typeface="Arial"/>
              </a:rPr>
              <a:t>Profinet</a:t>
            </a: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CD7E9940-E88B-4DF5-8A05-B042DA614BE4}"/>
              </a:ext>
            </a:extLst>
          </p:cNvPr>
          <p:cNvGrpSpPr/>
          <p:nvPr/>
        </p:nvGrpSpPr>
        <p:grpSpPr>
          <a:xfrm>
            <a:off x="2978565" y="1652365"/>
            <a:ext cx="5773454" cy="538781"/>
            <a:chOff x="2930810" y="4578409"/>
            <a:chExt cx="5773454" cy="538781"/>
          </a:xfrm>
        </p:grpSpPr>
        <p:sp>
          <p:nvSpPr>
            <p:cNvPr id="128" name="CustomShape 24">
              <a:extLst>
                <a:ext uri="{FF2B5EF4-FFF2-40B4-BE49-F238E27FC236}">
                  <a16:creationId xmlns:a16="http://schemas.microsoft.com/office/drawing/2014/main" id="{FEA79133-1A9F-46F4-904E-48CA29EEAD64}"/>
                </a:ext>
              </a:extLst>
            </p:cNvPr>
            <p:cNvSpPr/>
            <p:nvPr/>
          </p:nvSpPr>
          <p:spPr>
            <a:xfrm>
              <a:off x="7740435" y="4578409"/>
              <a:ext cx="963829" cy="53877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280" spc="-2" dirty="0">
                  <a:solidFill>
                    <a:srgbClr val="000000"/>
                  </a:solidFill>
                  <a:latin typeface="Arial"/>
                </a:rPr>
                <a:t>SDFM</a:t>
              </a:r>
              <a:endParaRPr lang="en-IN" sz="1280" spc="-2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9" name="CustomShape 8">
              <a:extLst>
                <a:ext uri="{FF2B5EF4-FFF2-40B4-BE49-F238E27FC236}">
                  <a16:creationId xmlns:a16="http://schemas.microsoft.com/office/drawing/2014/main" id="{734FC023-5DA4-4516-B9FA-63B9819EBE4C}"/>
                </a:ext>
              </a:extLst>
            </p:cNvPr>
            <p:cNvSpPr/>
            <p:nvPr/>
          </p:nvSpPr>
          <p:spPr>
            <a:xfrm>
              <a:off x="6505903" y="4598961"/>
              <a:ext cx="1093502" cy="50800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Tamagawa</a:t>
              </a:r>
            </a:p>
          </p:txBody>
        </p:sp>
        <p:sp>
          <p:nvSpPr>
            <p:cNvPr id="133" name="CustomShape 24">
              <a:extLst>
                <a:ext uri="{FF2B5EF4-FFF2-40B4-BE49-F238E27FC236}">
                  <a16:creationId xmlns:a16="http://schemas.microsoft.com/office/drawing/2014/main" id="{572277B0-1A53-4660-BDEE-391E11761B67}"/>
                </a:ext>
              </a:extLst>
            </p:cNvPr>
            <p:cNvSpPr/>
            <p:nvPr/>
          </p:nvSpPr>
          <p:spPr>
            <a:xfrm>
              <a:off x="5400654" y="4609183"/>
              <a:ext cx="963829" cy="508007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solidFill>
                    <a:srgbClr val="000000"/>
                  </a:solidFill>
                </a:rPr>
                <a:t>HSR/PRP</a:t>
              </a:r>
            </a:p>
          </p:txBody>
        </p:sp>
        <p:sp>
          <p:nvSpPr>
            <p:cNvPr id="134" name="CustomShape 8">
              <a:extLst>
                <a:ext uri="{FF2B5EF4-FFF2-40B4-BE49-F238E27FC236}">
                  <a16:creationId xmlns:a16="http://schemas.microsoft.com/office/drawing/2014/main" id="{D9DC5E4D-88D1-42F8-8264-441BF9E70E97}"/>
                </a:ext>
              </a:extLst>
            </p:cNvPr>
            <p:cNvSpPr/>
            <p:nvPr/>
          </p:nvSpPr>
          <p:spPr>
            <a:xfrm>
              <a:off x="4165732" y="4609183"/>
              <a:ext cx="1093502" cy="508005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IOLINK</a:t>
              </a:r>
            </a:p>
          </p:txBody>
        </p:sp>
        <p:sp>
          <p:nvSpPr>
            <p:cNvPr id="135" name="CustomShape 8">
              <a:extLst>
                <a:ext uri="{FF2B5EF4-FFF2-40B4-BE49-F238E27FC236}">
                  <a16:creationId xmlns:a16="http://schemas.microsoft.com/office/drawing/2014/main" id="{746BFA3E-1D89-4036-BC56-5D175FE0508B}"/>
                </a:ext>
              </a:extLst>
            </p:cNvPr>
            <p:cNvSpPr/>
            <p:nvPr/>
          </p:nvSpPr>
          <p:spPr>
            <a:xfrm>
              <a:off x="2930810" y="4609183"/>
              <a:ext cx="1093502" cy="508005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latin typeface="Arial"/>
                </a:rPr>
                <a:t>ENET ICSSG</a:t>
              </a: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5C6F2813-0C60-416A-B833-399E76FFC3E0}"/>
              </a:ext>
            </a:extLst>
          </p:cNvPr>
          <p:cNvGrpSpPr/>
          <p:nvPr/>
        </p:nvGrpSpPr>
        <p:grpSpPr>
          <a:xfrm>
            <a:off x="2988897" y="1083780"/>
            <a:ext cx="5763122" cy="455152"/>
            <a:chOff x="2941140" y="4007382"/>
            <a:chExt cx="5763122" cy="455152"/>
          </a:xfrm>
        </p:grpSpPr>
        <p:sp>
          <p:nvSpPr>
            <p:cNvPr id="139" name="CustomShape 8">
              <a:extLst>
                <a:ext uri="{FF2B5EF4-FFF2-40B4-BE49-F238E27FC236}">
                  <a16:creationId xmlns:a16="http://schemas.microsoft.com/office/drawing/2014/main" id="{CAA8C7CB-63A7-4653-A01F-117EC1A07963}"/>
                </a:ext>
              </a:extLst>
            </p:cNvPr>
            <p:cNvSpPr/>
            <p:nvPr/>
          </p:nvSpPr>
          <p:spPr>
            <a:xfrm>
              <a:off x="7745735" y="4007382"/>
              <a:ext cx="958527" cy="44964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HDSL</a:t>
              </a:r>
            </a:p>
          </p:txBody>
        </p:sp>
        <p:sp>
          <p:nvSpPr>
            <p:cNvPr id="140" name="CustomShape 8">
              <a:extLst>
                <a:ext uri="{FF2B5EF4-FFF2-40B4-BE49-F238E27FC236}">
                  <a16:creationId xmlns:a16="http://schemas.microsoft.com/office/drawing/2014/main" id="{D6ED9DFE-9A05-46E1-BA74-B92F982665D1}"/>
                </a:ext>
              </a:extLst>
            </p:cNvPr>
            <p:cNvSpPr/>
            <p:nvPr/>
          </p:nvSpPr>
          <p:spPr>
            <a:xfrm>
              <a:off x="6505901" y="4007382"/>
              <a:ext cx="1099375" cy="44964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EnDat</a:t>
              </a:r>
            </a:p>
          </p:txBody>
        </p:sp>
        <p:sp>
          <p:nvSpPr>
            <p:cNvPr id="141" name="CustomShape 8">
              <a:extLst>
                <a:ext uri="{FF2B5EF4-FFF2-40B4-BE49-F238E27FC236}">
                  <a16:creationId xmlns:a16="http://schemas.microsoft.com/office/drawing/2014/main" id="{407A7F7D-4E0E-4FC8-BB37-76988E47DABA}"/>
                </a:ext>
              </a:extLst>
            </p:cNvPr>
            <p:cNvSpPr/>
            <p:nvPr/>
          </p:nvSpPr>
          <p:spPr>
            <a:xfrm>
              <a:off x="5400652" y="4007382"/>
              <a:ext cx="971585" cy="44964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00" spc="-2" dirty="0">
                  <a:solidFill>
                    <a:srgbClr val="000000"/>
                  </a:solidFill>
                  <a:latin typeface="Arial"/>
                </a:rPr>
                <a:t>EtherNet/IP</a:t>
              </a:r>
            </a:p>
          </p:txBody>
        </p:sp>
        <p:sp>
          <p:nvSpPr>
            <p:cNvPr id="142" name="CustomShape 8">
              <a:extLst>
                <a:ext uri="{FF2B5EF4-FFF2-40B4-BE49-F238E27FC236}">
                  <a16:creationId xmlns:a16="http://schemas.microsoft.com/office/drawing/2014/main" id="{84F12E88-D8B0-41DD-AAA0-7C765BE9231D}"/>
                </a:ext>
              </a:extLst>
            </p:cNvPr>
            <p:cNvSpPr/>
            <p:nvPr/>
          </p:nvSpPr>
          <p:spPr>
            <a:xfrm>
              <a:off x="4165730" y="4007382"/>
              <a:ext cx="1069926" cy="44964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280" spc="-2" dirty="0">
                  <a:solidFill>
                    <a:srgbClr val="000000"/>
                  </a:solidFill>
                  <a:latin typeface="Arial"/>
                </a:rPr>
                <a:t>EtherCAT</a:t>
              </a:r>
            </a:p>
          </p:txBody>
        </p:sp>
        <p:sp>
          <p:nvSpPr>
            <p:cNvPr id="143" name="CustomShape 8">
              <a:extLst>
                <a:ext uri="{FF2B5EF4-FFF2-40B4-BE49-F238E27FC236}">
                  <a16:creationId xmlns:a16="http://schemas.microsoft.com/office/drawing/2014/main" id="{AAC5AF2A-84B7-43F3-A5CE-ADD5098DED6B}"/>
                </a:ext>
              </a:extLst>
            </p:cNvPr>
            <p:cNvSpPr/>
            <p:nvPr/>
          </p:nvSpPr>
          <p:spPr>
            <a:xfrm>
              <a:off x="2941140" y="4012894"/>
              <a:ext cx="1049652" cy="44964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IN" sz="1000" spc="-2" dirty="0">
                  <a:solidFill>
                    <a:srgbClr val="000000"/>
                  </a:solidFill>
                </a:rPr>
                <a:t>EtherCAT IOLINK Gateway</a:t>
              </a:r>
            </a:p>
          </p:txBody>
        </p:sp>
      </p:grpSp>
      <p:sp>
        <p:nvSpPr>
          <p:cNvPr id="144" name="CustomShape 15">
            <a:extLst>
              <a:ext uri="{FF2B5EF4-FFF2-40B4-BE49-F238E27FC236}">
                <a16:creationId xmlns:a16="http://schemas.microsoft.com/office/drawing/2014/main" id="{299AB4A1-1ECC-4566-97EE-42078E96CD6C}"/>
              </a:ext>
            </a:extLst>
          </p:cNvPr>
          <p:cNvSpPr/>
          <p:nvPr/>
        </p:nvSpPr>
        <p:spPr>
          <a:xfrm>
            <a:off x="8798527" y="1414111"/>
            <a:ext cx="924740" cy="372366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280" spc="-2" dirty="0">
                <a:solidFill>
                  <a:srgbClr val="000000"/>
                </a:solidFill>
              </a:rPr>
              <a:t>RTLibs</a:t>
            </a:r>
            <a:endParaRPr lang="en-IN" sz="1280" spc="-2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CustomShape 7">
            <a:extLst>
              <a:ext uri="{FF2B5EF4-FFF2-40B4-BE49-F238E27FC236}">
                <a16:creationId xmlns:a16="http://schemas.microsoft.com/office/drawing/2014/main" id="{BB3FA86B-6B57-4998-BC85-CE99B344458F}"/>
              </a:ext>
            </a:extLst>
          </p:cNvPr>
          <p:cNvSpPr/>
          <p:nvPr/>
        </p:nvSpPr>
        <p:spPr>
          <a:xfrm>
            <a:off x="3490233" y="7053205"/>
            <a:ext cx="1660156" cy="514877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spc="-2" dirty="0">
                <a:solidFill>
                  <a:srgbClr val="FFFFFF"/>
                </a:solidFill>
                <a:latin typeface="Arial"/>
                <a:ea typeface="DejaVu Sans"/>
              </a:rPr>
              <a:t>MCU+ SDK </a:t>
            </a:r>
            <a:endParaRPr lang="en-IN" sz="1600" spc="-2" dirty="0">
              <a:latin typeface="Arial"/>
            </a:endParaRPr>
          </a:p>
        </p:txBody>
      </p:sp>
      <p:sp>
        <p:nvSpPr>
          <p:cNvPr id="70" name="CustomShape 15">
            <a:extLst>
              <a:ext uri="{FF2B5EF4-FFF2-40B4-BE49-F238E27FC236}">
                <a16:creationId xmlns:a16="http://schemas.microsoft.com/office/drawing/2014/main" id="{E530FBC4-6900-4127-8B65-D2216E344D47}"/>
              </a:ext>
            </a:extLst>
          </p:cNvPr>
          <p:cNvSpPr/>
          <p:nvPr/>
        </p:nvSpPr>
        <p:spPr>
          <a:xfrm>
            <a:off x="8435612" y="7053205"/>
            <a:ext cx="1782416" cy="509528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1280" spc="-2" dirty="0">
                <a:solidFill>
                  <a:srgbClr val="000000"/>
                </a:solidFill>
                <a:latin typeface="Arial"/>
              </a:rPr>
              <a:t>Motor Control SDK</a:t>
            </a:r>
          </a:p>
        </p:txBody>
      </p:sp>
      <p:sp>
        <p:nvSpPr>
          <p:cNvPr id="72" name="CustomShape 15">
            <a:extLst>
              <a:ext uri="{FF2B5EF4-FFF2-40B4-BE49-F238E27FC236}">
                <a16:creationId xmlns:a16="http://schemas.microsoft.com/office/drawing/2014/main" id="{E6619F07-76DD-41B9-B007-F8430F73E224}"/>
              </a:ext>
            </a:extLst>
          </p:cNvPr>
          <p:cNvSpPr/>
          <p:nvPr/>
        </p:nvSpPr>
        <p:spPr>
          <a:xfrm>
            <a:off x="5901793" y="7039408"/>
            <a:ext cx="1782415" cy="509528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56250" tIns="28125" rIns="56250" bIns="28125" anchor="ctr">
            <a:noAutofit/>
          </a:bodyPr>
          <a:lstStyle/>
          <a:p>
            <a:pPr algn="ctr"/>
            <a:r>
              <a:rPr lang="en-IN" sz="1100" spc="-1" dirty="0">
                <a:solidFill>
                  <a:srgbClr val="000000"/>
                </a:solidFill>
                <a:latin typeface="Arial"/>
              </a:rPr>
              <a:t>Industrial Communications SDK</a:t>
            </a:r>
          </a:p>
        </p:txBody>
      </p:sp>
    </p:spTree>
    <p:extLst>
      <p:ext uri="{BB962C8B-B14F-4D97-AF65-F5344CB8AC3E}">
        <p14:creationId xmlns:p14="http://schemas.microsoft.com/office/powerpoint/2010/main" val="957242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33A0F9E4-27E3-4635-AA9C-771DC0339932}"/>
              </a:ext>
            </a:extLst>
          </p:cNvPr>
          <p:cNvGrpSpPr/>
          <p:nvPr/>
        </p:nvGrpSpPr>
        <p:grpSpPr>
          <a:xfrm>
            <a:off x="677407" y="4492889"/>
            <a:ext cx="10815034" cy="830997"/>
            <a:chOff x="1275321" y="3007586"/>
            <a:chExt cx="10815034" cy="83099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E1EE412-EA5D-44E4-A4DB-35EEA3DCCF0F}"/>
                </a:ext>
              </a:extLst>
            </p:cNvPr>
            <p:cNvSpPr txBox="1"/>
            <p:nvPr/>
          </p:nvSpPr>
          <p:spPr>
            <a:xfrm>
              <a:off x="1275321" y="3007586"/>
              <a:ext cx="149909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u="sng" dirty="0"/>
                <a:t>Symbol in </a:t>
              </a:r>
            </a:p>
            <a:p>
              <a:pPr algn="ctr"/>
              <a:r>
                <a:rPr lang="en-US" sz="1600" u="sng" dirty="0"/>
                <a:t>Parameter Channel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B2BD7B3-BC9F-44EF-9E85-400FA10D1575}"/>
                </a:ext>
              </a:extLst>
            </p:cNvPr>
            <p:cNvSpPr txBox="1"/>
            <p:nvPr/>
          </p:nvSpPr>
          <p:spPr>
            <a:xfrm>
              <a:off x="2579506" y="3269214"/>
              <a:ext cx="12378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m_par_reset 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FC42128-0E83-4C51-9F9B-2F3ACE595749}"/>
                </a:ext>
              </a:extLst>
            </p:cNvPr>
            <p:cNvSpPr txBox="1"/>
            <p:nvPr/>
          </p:nvSpPr>
          <p:spPr>
            <a:xfrm>
              <a:off x="3682906" y="3269204"/>
              <a:ext cx="12089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m_par_sync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94CC912-E49B-4A6E-9064-840A8A09749D}"/>
                </a:ext>
              </a:extLst>
            </p:cNvPr>
            <p:cNvSpPr txBox="1"/>
            <p:nvPr/>
          </p:nvSpPr>
          <p:spPr>
            <a:xfrm>
              <a:off x="4696182" y="3161482"/>
              <a:ext cx="12378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m_par_start/</a:t>
              </a:r>
            </a:p>
            <a:p>
              <a:r>
                <a:rPr lang="en-US" sz="1400" dirty="0"/>
                <a:t>m_par_learn 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9D9EBEE-936F-42EA-98AF-C31863A7FA8D}"/>
                </a:ext>
              </a:extLst>
            </p:cNvPr>
            <p:cNvSpPr txBox="1"/>
            <p:nvPr/>
          </p:nvSpPr>
          <p:spPr>
            <a:xfrm>
              <a:off x="5800382" y="3269203"/>
              <a:ext cx="13083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m_par_check 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1AFDEDD-2BE2-4FA7-9ECC-D8D7E3F3E4BA}"/>
                </a:ext>
              </a:extLst>
            </p:cNvPr>
            <p:cNvSpPr txBox="1"/>
            <p:nvPr/>
          </p:nvSpPr>
          <p:spPr>
            <a:xfrm>
              <a:off x="6946138" y="3269198"/>
              <a:ext cx="12378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m_par_idreq 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86B4ECD-7886-4851-B61C-478471DF8B68}"/>
                </a:ext>
              </a:extLst>
            </p:cNvPr>
            <p:cNvSpPr txBox="1"/>
            <p:nvPr/>
          </p:nvSpPr>
          <p:spPr>
            <a:xfrm>
              <a:off x="11020831" y="3269197"/>
              <a:ext cx="10695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m_par_init 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FD961F2-DB9E-4A69-81BC-22C1AA665118}"/>
              </a:ext>
            </a:extLst>
          </p:cNvPr>
          <p:cNvGrpSpPr/>
          <p:nvPr/>
        </p:nvGrpSpPr>
        <p:grpSpPr>
          <a:xfrm>
            <a:off x="1022776" y="2367086"/>
            <a:ext cx="12946611" cy="2173289"/>
            <a:chOff x="1595653" y="670489"/>
            <a:chExt cx="12946611" cy="217328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90879E4-7BAD-4097-BD75-952D0D1FA397}"/>
                </a:ext>
              </a:extLst>
            </p:cNvPr>
            <p:cNvGrpSpPr/>
            <p:nvPr/>
          </p:nvGrpSpPr>
          <p:grpSpPr>
            <a:xfrm>
              <a:off x="1731483" y="670489"/>
              <a:ext cx="12810781" cy="2173289"/>
              <a:chOff x="89970" y="703539"/>
              <a:chExt cx="12810781" cy="2173289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693E4C6B-273B-4B7E-B3B4-A82385ECEEDF}"/>
                  </a:ext>
                </a:extLst>
              </p:cNvPr>
              <p:cNvSpPr/>
              <p:nvPr/>
            </p:nvSpPr>
            <p:spPr>
              <a:xfrm>
                <a:off x="89970" y="1439538"/>
                <a:ext cx="837282" cy="85931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sz="1400" b="1" dirty="0"/>
                  <a:t>LOAD</a:t>
                </a:r>
              </a:p>
              <a:p>
                <a:pPr algn="ctr"/>
                <a:r>
                  <a:rPr lang="en-US" sz="1400" b="1" dirty="0"/>
                  <a:t>FW1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261FCBA-BF90-4821-BEE0-C18D8B536D2D}"/>
                  </a:ext>
                </a:extLst>
              </p:cNvPr>
              <p:cNvSpPr/>
              <p:nvPr/>
            </p:nvSpPr>
            <p:spPr>
              <a:xfrm>
                <a:off x="2175832" y="1439537"/>
                <a:ext cx="837282" cy="85931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sz="1400" b="1" dirty="0"/>
                  <a:t>SYNC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F129CE7-45CA-40A9-9E09-51A51F0ED3F8}"/>
                  </a:ext>
                </a:extLst>
              </p:cNvPr>
              <p:cNvSpPr/>
              <p:nvPr/>
            </p:nvSpPr>
            <p:spPr>
              <a:xfrm>
                <a:off x="3218763" y="1439537"/>
                <a:ext cx="837282" cy="85931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sz="1400" b="1" dirty="0"/>
                  <a:t>LEARN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AA6029E-859D-4440-A726-74EBF17748CF}"/>
                  </a:ext>
                </a:extLst>
              </p:cNvPr>
              <p:cNvSpPr/>
              <p:nvPr/>
            </p:nvSpPr>
            <p:spPr>
              <a:xfrm>
                <a:off x="4261694" y="1439536"/>
                <a:ext cx="837282" cy="85931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sz="1400" b="1" dirty="0"/>
                  <a:t>LINE</a:t>
                </a:r>
              </a:p>
              <a:p>
                <a:pPr algn="ctr"/>
                <a:r>
                  <a:rPr lang="en-US" sz="1400" b="1" dirty="0"/>
                  <a:t>CHECK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601322BA-6C7C-485D-A7A6-2545417D68DA}"/>
                  </a:ext>
                </a:extLst>
              </p:cNvPr>
              <p:cNvSpPr/>
              <p:nvPr/>
            </p:nvSpPr>
            <p:spPr>
              <a:xfrm>
                <a:off x="5304625" y="1439536"/>
                <a:ext cx="837282" cy="85931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sz="1400" b="1" dirty="0"/>
                  <a:t>ID REQ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50786EA-161D-439A-923D-01752AFFB35A}"/>
                  </a:ext>
                </a:extLst>
              </p:cNvPr>
              <p:cNvSpPr/>
              <p:nvPr/>
            </p:nvSpPr>
            <p:spPr>
              <a:xfrm>
                <a:off x="6347556" y="1439536"/>
                <a:ext cx="837282" cy="85931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sz="1400" b="1" dirty="0"/>
                  <a:t>ID </a:t>
                </a:r>
              </a:p>
              <a:p>
                <a:pPr algn="ctr"/>
                <a:r>
                  <a:rPr lang="en-US" sz="1400" b="1" dirty="0"/>
                  <a:t>STORE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60D0AF8-BDB9-4160-B36F-F47545FDE958}"/>
                  </a:ext>
                </a:extLst>
              </p:cNvPr>
              <p:cNvSpPr/>
              <p:nvPr/>
            </p:nvSpPr>
            <p:spPr>
              <a:xfrm>
                <a:off x="1132901" y="1439539"/>
                <a:ext cx="837282" cy="85931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sz="1400" b="1" dirty="0"/>
                  <a:t>RESET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A83F363F-8BBB-436C-A11F-35FEE348B391}"/>
                  </a:ext>
                </a:extLst>
              </p:cNvPr>
              <p:cNvSpPr/>
              <p:nvPr/>
            </p:nvSpPr>
            <p:spPr>
              <a:xfrm>
                <a:off x="7390487" y="1439536"/>
                <a:ext cx="837282" cy="85931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sz="1400" b="1" dirty="0"/>
                  <a:t>ID </a:t>
                </a:r>
              </a:p>
              <a:p>
                <a:pPr algn="ctr"/>
                <a:r>
                  <a:rPr lang="en-US" sz="1400" b="1" dirty="0"/>
                  <a:t>COMP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F7CB5AE-0B76-474E-9E26-0484B942AE2B}"/>
                  </a:ext>
                </a:extLst>
              </p:cNvPr>
              <p:cNvSpPr/>
              <p:nvPr/>
            </p:nvSpPr>
            <p:spPr>
              <a:xfrm>
                <a:off x="8433418" y="1439536"/>
                <a:ext cx="837282" cy="85931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sz="1400" b="1" dirty="0"/>
                  <a:t>LOAD </a:t>
                </a:r>
              </a:p>
              <a:p>
                <a:pPr algn="ctr"/>
                <a:r>
                  <a:rPr lang="en-US" sz="1400" b="1" dirty="0"/>
                  <a:t>FW2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5DAA941-7F7D-46E5-AF91-8FE745B607D5}"/>
                  </a:ext>
                </a:extLst>
              </p:cNvPr>
              <p:cNvSpPr/>
              <p:nvPr/>
            </p:nvSpPr>
            <p:spPr>
              <a:xfrm>
                <a:off x="9476349" y="1439535"/>
                <a:ext cx="837282" cy="85931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sz="1400" b="1" dirty="0"/>
                  <a:t>WAIT </a:t>
                </a:r>
              </a:p>
              <a:p>
                <a:pPr algn="ctr"/>
                <a:r>
                  <a:rPr lang="en-US" sz="1400" b="1" dirty="0"/>
                  <a:t>VSYNC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FFD4518-97ED-4320-95F8-4CA157F59A7F}"/>
                  </a:ext>
                </a:extLst>
              </p:cNvPr>
              <p:cNvSpPr/>
              <p:nvPr/>
            </p:nvSpPr>
            <p:spPr>
              <a:xfrm>
                <a:off x="10519280" y="1439535"/>
                <a:ext cx="837282" cy="85931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sz="1400" b="1" dirty="0"/>
                  <a:t>RX0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B9A06AF-48FF-4241-BD8E-6A6B0D588FA1}"/>
                  </a:ext>
                </a:extLst>
              </p:cNvPr>
              <p:cNvSpPr/>
              <p:nvPr/>
            </p:nvSpPr>
            <p:spPr>
              <a:xfrm>
                <a:off x="11980859" y="1439533"/>
                <a:ext cx="837282" cy="85931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sz="1400" b="1" dirty="0"/>
                  <a:t>RX7</a:t>
                </a:r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44AB1B13-F3DA-4225-B1BB-327EBF3707AA}"/>
                  </a:ext>
                </a:extLst>
              </p:cNvPr>
              <p:cNvCxnSpPr>
                <a:stCxn id="5" idx="6"/>
                <a:endCxn id="11" idx="2"/>
              </p:cNvCxnSpPr>
              <p:nvPr/>
            </p:nvCxnSpPr>
            <p:spPr>
              <a:xfrm>
                <a:off x="927252" y="1869196"/>
                <a:ext cx="205649" cy="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9A0436B0-474A-45C4-BF99-80B3E48E8827}"/>
                  </a:ext>
                </a:extLst>
              </p:cNvPr>
              <p:cNvCxnSpPr/>
              <p:nvPr/>
            </p:nvCxnSpPr>
            <p:spPr>
              <a:xfrm>
                <a:off x="1970183" y="1869191"/>
                <a:ext cx="205649" cy="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625BAF95-62F8-4402-B221-6CE70C88AD2E}"/>
                  </a:ext>
                </a:extLst>
              </p:cNvPr>
              <p:cNvCxnSpPr/>
              <p:nvPr/>
            </p:nvCxnSpPr>
            <p:spPr>
              <a:xfrm>
                <a:off x="3013114" y="1904070"/>
                <a:ext cx="205649" cy="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8D2EFE4E-F8CC-4BC5-9080-906D21E75616}"/>
                  </a:ext>
                </a:extLst>
              </p:cNvPr>
              <p:cNvCxnSpPr/>
              <p:nvPr/>
            </p:nvCxnSpPr>
            <p:spPr>
              <a:xfrm>
                <a:off x="4056045" y="1904065"/>
                <a:ext cx="205649" cy="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408E56BA-960E-444C-A2CD-0BA8446020A1}"/>
                  </a:ext>
                </a:extLst>
              </p:cNvPr>
              <p:cNvCxnSpPr/>
              <p:nvPr/>
            </p:nvCxnSpPr>
            <p:spPr>
              <a:xfrm>
                <a:off x="5098976" y="1910496"/>
                <a:ext cx="205649" cy="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53E5EC68-57F7-4D2A-AD3C-0C75C0A8AE43}"/>
                  </a:ext>
                </a:extLst>
              </p:cNvPr>
              <p:cNvCxnSpPr/>
              <p:nvPr/>
            </p:nvCxnSpPr>
            <p:spPr>
              <a:xfrm>
                <a:off x="6141907" y="1910491"/>
                <a:ext cx="205649" cy="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D90B44CC-5FEE-49FA-ADE8-5617458FBD92}"/>
                  </a:ext>
                </a:extLst>
              </p:cNvPr>
              <p:cNvCxnSpPr/>
              <p:nvPr/>
            </p:nvCxnSpPr>
            <p:spPr>
              <a:xfrm>
                <a:off x="7184838" y="1945370"/>
                <a:ext cx="205649" cy="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C46A39EC-FD78-43B3-A0EC-1F48B77F7D5A}"/>
                  </a:ext>
                </a:extLst>
              </p:cNvPr>
              <p:cNvCxnSpPr/>
              <p:nvPr/>
            </p:nvCxnSpPr>
            <p:spPr>
              <a:xfrm>
                <a:off x="8227769" y="1945365"/>
                <a:ext cx="205649" cy="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C6CE95B6-3952-4CD2-8AA6-3FDA34A73D5B}"/>
                  </a:ext>
                </a:extLst>
              </p:cNvPr>
              <p:cNvCxnSpPr/>
              <p:nvPr/>
            </p:nvCxnSpPr>
            <p:spPr>
              <a:xfrm>
                <a:off x="9278050" y="1886638"/>
                <a:ext cx="205649" cy="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80DCBD2D-D410-4680-AC23-8D318D379B9F}"/>
                  </a:ext>
                </a:extLst>
              </p:cNvPr>
              <p:cNvCxnSpPr/>
              <p:nvPr/>
            </p:nvCxnSpPr>
            <p:spPr>
              <a:xfrm>
                <a:off x="10320981" y="1886633"/>
                <a:ext cx="205649" cy="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50C84CFB-D164-4A29-83D3-886EA3467BF6}"/>
                  </a:ext>
                </a:extLst>
              </p:cNvPr>
              <p:cNvCxnSpPr>
                <a:cxnSpLocks/>
                <a:stCxn id="15" idx="6"/>
                <a:endCxn id="16" idx="2"/>
              </p:cNvCxnSpPr>
              <p:nvPr/>
            </p:nvCxnSpPr>
            <p:spPr>
              <a:xfrm flipV="1">
                <a:off x="11356562" y="1869191"/>
                <a:ext cx="624297" cy="2"/>
              </a:xfrm>
              <a:prstGeom prst="straightConnector1">
                <a:avLst/>
              </a:prstGeom>
              <a:ln w="38100"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E105BC9-2A65-42CD-B710-A43BAC7FB353}"/>
                  </a:ext>
                </a:extLst>
              </p:cNvPr>
              <p:cNvSpPr txBox="1"/>
              <p:nvPr/>
            </p:nvSpPr>
            <p:spPr>
              <a:xfrm>
                <a:off x="1790743" y="980538"/>
                <a:ext cx="14280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DE0000"/>
                    </a:solidFill>
                  </a:rPr>
                  <a:t>Test Signal Wrong</a:t>
                </a:r>
              </a:p>
            </p:txBody>
          </p:sp>
          <p:cxnSp>
            <p:nvCxnSpPr>
              <p:cNvPr id="43" name="Connector: Curved 42">
                <a:extLst>
                  <a:ext uri="{FF2B5EF4-FFF2-40B4-BE49-F238E27FC236}">
                    <a16:creationId xmlns:a16="http://schemas.microsoft.com/office/drawing/2014/main" id="{D22D98F0-FF36-4499-82AB-0F66CE3DEF31}"/>
                  </a:ext>
                </a:extLst>
              </p:cNvPr>
              <p:cNvCxnSpPr>
                <a:stCxn id="8" idx="1"/>
                <a:endCxn id="5" idx="7"/>
              </p:cNvCxnSpPr>
              <p:nvPr/>
            </p:nvCxnSpPr>
            <p:spPr>
              <a:xfrm rot="16200000" flipH="1" flipV="1">
                <a:off x="2594472" y="-224457"/>
                <a:ext cx="2" cy="3579676"/>
              </a:xfrm>
              <a:prstGeom prst="curvedConnector3">
                <a:avLst>
                  <a:gd name="adj1" fmla="val -17722200000"/>
                </a:avLst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nector: Curved 44">
                <a:extLst>
                  <a:ext uri="{FF2B5EF4-FFF2-40B4-BE49-F238E27FC236}">
                    <a16:creationId xmlns:a16="http://schemas.microsoft.com/office/drawing/2014/main" id="{32444198-6880-406C-8CD1-10493F159DE9}"/>
                  </a:ext>
                </a:extLst>
              </p:cNvPr>
              <p:cNvCxnSpPr>
                <a:cxnSpLocks/>
                <a:stCxn id="12" idx="1"/>
                <a:endCxn id="5" idx="0"/>
              </p:cNvCxnSpPr>
              <p:nvPr/>
            </p:nvCxnSpPr>
            <p:spPr>
              <a:xfrm rot="16200000" flipV="1">
                <a:off x="3947937" y="-1999788"/>
                <a:ext cx="125842" cy="7004493"/>
              </a:xfrm>
              <a:prstGeom prst="curvedConnector3">
                <a:avLst>
                  <a:gd name="adj1" fmla="val 693121"/>
                </a:avLst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E7907EC-D030-430F-8CFF-5DB2B33B70C8}"/>
                  </a:ext>
                </a:extLst>
              </p:cNvPr>
              <p:cNvSpPr txBox="1"/>
              <p:nvPr/>
            </p:nvSpPr>
            <p:spPr>
              <a:xfrm>
                <a:off x="3287203" y="703539"/>
                <a:ext cx="14450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DE0000"/>
                    </a:solidFill>
                  </a:rPr>
                  <a:t>Encoder ID Wrong</a:t>
                </a:r>
              </a:p>
            </p:txBody>
          </p:sp>
          <p:cxnSp>
            <p:nvCxnSpPr>
              <p:cNvPr id="52" name="Connector: Curved 51">
                <a:extLst>
                  <a:ext uri="{FF2B5EF4-FFF2-40B4-BE49-F238E27FC236}">
                    <a16:creationId xmlns:a16="http://schemas.microsoft.com/office/drawing/2014/main" id="{9799F668-8A01-4CF5-9AFB-7C7800EEF99C}"/>
                  </a:ext>
                </a:extLst>
              </p:cNvPr>
              <p:cNvCxnSpPr>
                <a:stCxn id="16" idx="1"/>
                <a:endCxn id="15" idx="7"/>
              </p:cNvCxnSpPr>
              <p:nvPr/>
            </p:nvCxnSpPr>
            <p:spPr>
              <a:xfrm rot="16200000" flipH="1" flipV="1">
                <a:off x="11668710" y="1130612"/>
                <a:ext cx="2" cy="869531"/>
              </a:xfrm>
              <a:prstGeom prst="curvedConnector3">
                <a:avLst>
                  <a:gd name="adj1" fmla="val -17722200000"/>
                </a:avLst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BDE92BA-9EC0-4316-A091-4A99EA87EEFB}"/>
                  </a:ext>
                </a:extLst>
              </p:cNvPr>
              <p:cNvSpPr txBox="1"/>
              <p:nvPr/>
            </p:nvSpPr>
            <p:spPr>
              <a:xfrm>
                <a:off x="11056800" y="2599829"/>
                <a:ext cx="135049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DE0000"/>
                    </a:solidFill>
                  </a:rPr>
                  <a:t>Normal Workflow</a:t>
                </a:r>
              </a:p>
            </p:txBody>
          </p:sp>
          <p:sp>
            <p:nvSpPr>
              <p:cNvPr id="2" name="Left Brace 1">
                <a:extLst>
                  <a:ext uri="{FF2B5EF4-FFF2-40B4-BE49-F238E27FC236}">
                    <a16:creationId xmlns:a16="http://schemas.microsoft.com/office/drawing/2014/main" id="{B38D6E13-8DF2-4958-A4C3-8FCE9D841017}"/>
                  </a:ext>
                </a:extLst>
              </p:cNvPr>
              <p:cNvSpPr/>
              <p:nvPr/>
            </p:nvSpPr>
            <p:spPr>
              <a:xfrm rot="16200000">
                <a:off x="11644480" y="1343557"/>
                <a:ext cx="175138" cy="2337405"/>
              </a:xfrm>
              <a:prstGeom prst="lef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4" name="Connector: Curved 3">
                <a:extLst>
                  <a:ext uri="{FF2B5EF4-FFF2-40B4-BE49-F238E27FC236}">
                    <a16:creationId xmlns:a16="http://schemas.microsoft.com/office/drawing/2014/main" id="{B5C60F33-2640-4947-8BA4-121FE6FB53C3}"/>
                  </a:ext>
                </a:extLst>
              </p:cNvPr>
              <p:cNvCxnSpPr>
                <a:stCxn id="12" idx="5"/>
                <a:endCxn id="12" idx="3"/>
              </p:cNvCxnSpPr>
              <p:nvPr/>
            </p:nvCxnSpPr>
            <p:spPr>
              <a:xfrm rot="5400000">
                <a:off x="7809128" y="1876983"/>
                <a:ext cx="12700" cy="592048"/>
              </a:xfrm>
              <a:prstGeom prst="curvedConnector3">
                <a:avLst>
                  <a:gd name="adj1" fmla="val 2790898"/>
                </a:avLst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nector: Curved 28">
                <a:extLst>
                  <a:ext uri="{FF2B5EF4-FFF2-40B4-BE49-F238E27FC236}">
                    <a16:creationId xmlns:a16="http://schemas.microsoft.com/office/drawing/2014/main" id="{3C9E206B-408D-4AFC-8D2B-89B917FB8191}"/>
                  </a:ext>
                </a:extLst>
              </p:cNvPr>
              <p:cNvCxnSpPr>
                <a:stCxn id="14" idx="5"/>
                <a:endCxn id="14" idx="3"/>
              </p:cNvCxnSpPr>
              <p:nvPr/>
            </p:nvCxnSpPr>
            <p:spPr>
              <a:xfrm rot="5400000">
                <a:off x="9894990" y="1876982"/>
                <a:ext cx="12700" cy="592048"/>
              </a:xfrm>
              <a:prstGeom prst="curvedConnector3">
                <a:avLst>
                  <a:gd name="adj1" fmla="val 2790898"/>
                </a:avLst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3517B57-164B-4E1C-9DF3-2F4F2334E0FD}"/>
                  </a:ext>
                </a:extLst>
              </p:cNvPr>
              <p:cNvSpPr txBox="1"/>
              <p:nvPr/>
            </p:nvSpPr>
            <p:spPr>
              <a:xfrm>
                <a:off x="7265884" y="2579615"/>
                <a:ext cx="12586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DE0000"/>
                    </a:solidFill>
                  </a:rPr>
                  <a:t>enc_id(19) == 1</a:t>
                </a:r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8B9B9D8-FDAF-4976-8C2A-DF4A8AC2DB9E}"/>
                </a:ext>
              </a:extLst>
            </p:cNvPr>
            <p:cNvSpPr/>
            <p:nvPr/>
          </p:nvSpPr>
          <p:spPr>
            <a:xfrm>
              <a:off x="1632326" y="1295823"/>
              <a:ext cx="1025822" cy="1095817"/>
            </a:xfrm>
            <a:prstGeom prst="rect">
              <a:avLst/>
            </a:prstGeom>
            <a:noFill/>
            <a:ln w="19050">
              <a:solidFill>
                <a:srgbClr val="DE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ED925D7-3963-478D-ACF6-7B9CD378F3E3}"/>
                </a:ext>
              </a:extLst>
            </p:cNvPr>
            <p:cNvSpPr/>
            <p:nvPr/>
          </p:nvSpPr>
          <p:spPr>
            <a:xfrm>
              <a:off x="9958665" y="1295823"/>
              <a:ext cx="1042930" cy="1095818"/>
            </a:xfrm>
            <a:prstGeom prst="rect">
              <a:avLst/>
            </a:prstGeom>
            <a:noFill/>
            <a:ln w="19050">
              <a:solidFill>
                <a:srgbClr val="DE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E12E829-81AF-488E-AD8F-4698353ABE89}"/>
                </a:ext>
              </a:extLst>
            </p:cNvPr>
            <p:cNvSpPr txBox="1"/>
            <p:nvPr/>
          </p:nvSpPr>
          <p:spPr>
            <a:xfrm>
              <a:off x="1595653" y="871916"/>
              <a:ext cx="107593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rgbClr val="DE0000"/>
                  </a:solidFill>
                </a:rPr>
                <a:t>Additional State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A900439-371D-4283-8EBA-2B9E1F0D8C45}"/>
                </a:ext>
              </a:extLst>
            </p:cNvPr>
            <p:cNvSpPr txBox="1"/>
            <p:nvPr/>
          </p:nvSpPr>
          <p:spPr>
            <a:xfrm>
              <a:off x="9955604" y="1042772"/>
              <a:ext cx="107593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rgbClr val="DE0000"/>
                  </a:solidFill>
                </a:rPr>
                <a:t>Additional State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DEC4178-327A-47FB-893B-B053BDF7C369}"/>
                </a:ext>
              </a:extLst>
            </p:cNvPr>
            <p:cNvSpPr txBox="1"/>
            <p:nvPr/>
          </p:nvSpPr>
          <p:spPr>
            <a:xfrm>
              <a:off x="11114606" y="2541294"/>
              <a:ext cx="8819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DE0000"/>
                  </a:solidFill>
                </a:rPr>
                <a:t>vsync != 1</a:t>
              </a:r>
            </a:p>
          </p:txBody>
        </p:sp>
      </p:grpSp>
      <p:sp>
        <p:nvSpPr>
          <p:cNvPr id="35" name="Title 34">
            <a:extLst>
              <a:ext uri="{FF2B5EF4-FFF2-40B4-BE49-F238E27FC236}">
                <a16:creationId xmlns:a16="http://schemas.microsoft.com/office/drawing/2014/main" id="{026C72EB-A5B7-4F89-9DA7-C2E3ACCB1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691109"/>
          </a:xfrm>
        </p:spPr>
        <p:txBody>
          <a:bodyPr/>
          <a:lstStyle/>
          <a:p>
            <a:r>
              <a:rPr lang="en-US" dirty="0">
                <a:solidFill>
                  <a:srgbClr val="DE0000"/>
                </a:solidFill>
              </a:rPr>
              <a:t>HDSL State Machine</a:t>
            </a:r>
          </a:p>
        </p:txBody>
      </p:sp>
    </p:spTree>
    <p:extLst>
      <p:ext uri="{BB962C8B-B14F-4D97-AF65-F5344CB8AC3E}">
        <p14:creationId xmlns:p14="http://schemas.microsoft.com/office/powerpoint/2010/main" val="2536151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E0000"/>
      </a:dk2>
      <a:lt2>
        <a:srgbClr val="808080"/>
      </a:lt2>
      <a:accent1>
        <a:srgbClr val="DE0000"/>
      </a:accent1>
      <a:accent2>
        <a:srgbClr val="A4A4A4"/>
      </a:accent2>
      <a:accent3>
        <a:srgbClr val="117788"/>
      </a:accent3>
      <a:accent4>
        <a:srgbClr val="404040"/>
      </a:accent4>
      <a:accent5>
        <a:srgbClr val="4ABED4"/>
      </a:accent5>
      <a:accent6>
        <a:srgbClr val="7F7F7F"/>
      </a:accent6>
      <a:hlink>
        <a:srgbClr val="DE0000"/>
      </a:hlink>
      <a:folHlink>
        <a:srgbClr val="AAAAAA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K3-Template</Template>
  <TotalTime>11613</TotalTime>
  <Words>690</Words>
  <Application>Microsoft Office PowerPoint</Application>
  <PresentationFormat>Custom</PresentationFormat>
  <Paragraphs>291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DejaVu Sans</vt:lpstr>
      <vt:lpstr>Arial</vt:lpstr>
      <vt:lpstr>Calibri</vt:lpstr>
      <vt:lpstr>Symbol</vt:lpstr>
      <vt:lpstr>Wingdings</vt:lpstr>
      <vt:lpstr>Office Theme</vt:lpstr>
      <vt:lpstr>Motor Control SDK | Component Mapping for AM243x</vt:lpstr>
      <vt:lpstr>Motor Control SDK | Component Mapping for AM263x</vt:lpstr>
      <vt:lpstr>Motor Control SDK | Component Mapping for AM261x</vt:lpstr>
      <vt:lpstr>Motor Control SDK | Component Mapping for AM64x</vt:lpstr>
      <vt:lpstr>HDSL State Machine</vt:lpstr>
    </vt:vector>
  </TitlesOfParts>
  <Company>Texas Instruments Incorporated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K3 UDMA</dc:title>
  <dc:subject/>
  <dc:creator>Chitnis, Kedar</dc:creator>
  <cp:keywords>Keystone 3</cp:keywords>
  <dc:description/>
  <cp:lastModifiedBy>Khandla, Dhaval</cp:lastModifiedBy>
  <cp:revision>2250</cp:revision>
  <dcterms:created xsi:type="dcterms:W3CDTF">2016-05-17T23:12:28Z</dcterms:created>
  <dcterms:modified xsi:type="dcterms:W3CDTF">2024-12-24T08:11:06Z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0x010100EDF39002100AED4881FF84EF59C3C9C1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Custom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52</vt:i4>
  </property>
  <property fmtid="{D5CDD505-2E9C-101B-9397-08002B2CF9AE}" pid="12" name="category">
    <vt:lpwstr>K3</vt:lpwstr>
  </property>
</Properties>
</file>