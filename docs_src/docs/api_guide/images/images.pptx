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84" r:id="rId2"/>
    <p:sldId id="290" r:id="rId3"/>
    <p:sldId id="291" r:id="rId4"/>
    <p:sldId id="293" r:id="rId5"/>
    <p:sldId id="288" r:id="rId6"/>
    <p:sldId id="289" r:id="rId7"/>
  </p:sldIdLst>
  <p:sldSz cx="14630400" cy="82296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8080"/>
    <a:srgbClr val="92D050"/>
    <a:srgbClr val="DE0000"/>
    <a:srgbClr val="EF8383"/>
    <a:srgbClr val="F4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57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6" y="1258172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8870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stomShape 1"/>
          <p:cNvSpPr/>
          <p:nvPr/>
        </p:nvSpPr>
        <p:spPr>
          <a:xfrm>
            <a:off x="0" y="7589520"/>
            <a:ext cx="140846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" name="CustomShape 2"/>
          <p:cNvSpPr/>
          <p:nvPr/>
        </p:nvSpPr>
        <p:spPr>
          <a:xfrm>
            <a:off x="66960" y="7589520"/>
            <a:ext cx="139820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" name="Group 3"/>
          <p:cNvGrpSpPr/>
          <p:nvPr/>
        </p:nvGrpSpPr>
        <p:grpSpPr>
          <a:xfrm>
            <a:off x="-30240" y="7589520"/>
            <a:ext cx="14079600" cy="619560"/>
            <a:chOff x="-30240" y="7589520"/>
            <a:chExt cx="14079600" cy="619560"/>
          </a:xfrm>
        </p:grpSpPr>
        <p:sp>
          <p:nvSpPr>
            <p:cNvPr id="3" name="CustomShape 4"/>
            <p:cNvSpPr/>
            <p:nvPr/>
          </p:nvSpPr>
          <p:spPr>
            <a:xfrm>
              <a:off x="-30240" y="7589520"/>
              <a:ext cx="14079600" cy="619560"/>
            </a:xfrm>
            <a:prstGeom prst="rect">
              <a:avLst/>
            </a:prstGeom>
            <a:solidFill>
              <a:schemeClr val="bg1"/>
            </a:solidFill>
            <a:ln w="9360">
              <a:solidFill>
                <a:srgbClr val="AAAAA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pic>
          <p:nvPicPr>
            <p:cNvPr id="4" name="Picture 27"/>
            <p:cNvPicPr/>
            <p:nvPr/>
          </p:nvPicPr>
          <p:blipFill>
            <a:blip r:embed="rId15"/>
            <a:stretch/>
          </p:blipFill>
          <p:spPr>
            <a:xfrm>
              <a:off x="11394000" y="7748280"/>
              <a:ext cx="2490480" cy="306720"/>
            </a:xfrm>
            <a:prstGeom prst="rect">
              <a:avLst/>
            </a:prstGeom>
            <a:ln w="9360">
              <a:noFill/>
            </a:ln>
          </p:spPr>
        </p:pic>
      </p:grpSp>
      <p:sp>
        <p:nvSpPr>
          <p:cNvPr id="5" name="CustomShape 5"/>
          <p:cNvSpPr/>
          <p:nvPr/>
        </p:nvSpPr>
        <p:spPr>
          <a:xfrm>
            <a:off x="718200" y="7751160"/>
            <a:ext cx="3376080" cy="28764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60840" rIns="122040" bIns="60840" anchor="t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 Confidential – NDA Restrictions</a:t>
            </a:r>
            <a:endParaRPr lang="en-IN" sz="1100" b="0" strike="noStrike" spc="-1" dirty="0"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345276" y="5046056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81254" y="5122377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953227" y="5591138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80213" y="5591138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916008" y="5149111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370840" y="718615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579673" y="716096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736813" y="3630716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726373" y="5319293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726373" y="4436736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715606" y="2394700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345275" y="6216914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579673" y="6229515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715606" y="114978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648221" y="6854901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10029513" y="716096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10029513" y="6229515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8593600" y="6854901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345276" y="3452265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6059781" y="6841104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630496" y="4171718"/>
            <a:ext cx="7041048" cy="492498"/>
            <a:chOff x="1759067" y="4566326"/>
            <a:chExt cx="6758649" cy="492498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564538" y="4566326"/>
              <a:ext cx="953178" cy="46702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454849" y="4566326"/>
              <a:ext cx="958527" cy="46671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4172787" y="4588026"/>
              <a:ext cx="1062871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2944530" y="4609184"/>
              <a:ext cx="109350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5F2801C-B193-46B0-BB28-16403517B3DC}"/>
              </a:ext>
            </a:extLst>
          </p:cNvPr>
          <p:cNvGrpSpPr/>
          <p:nvPr/>
        </p:nvGrpSpPr>
        <p:grpSpPr>
          <a:xfrm>
            <a:off x="1593577" y="3614306"/>
            <a:ext cx="8187853" cy="472312"/>
            <a:chOff x="1758019" y="3813520"/>
            <a:chExt cx="7904213" cy="472312"/>
          </a:xfrm>
        </p:grpSpPr>
        <p:sp>
          <p:nvSpPr>
            <p:cNvPr id="83" name="CustomShape 15">
              <a:extLst>
                <a:ext uri="{FF2B5EF4-FFF2-40B4-BE49-F238E27FC236}">
                  <a16:creationId xmlns:a16="http://schemas.microsoft.com/office/drawing/2014/main" id="{2B3E019C-8EF4-444D-8BD9-35787B4CE89D}"/>
                </a:ext>
              </a:extLst>
            </p:cNvPr>
            <p:cNvSpPr/>
            <p:nvPr/>
          </p:nvSpPr>
          <p:spPr>
            <a:xfrm>
              <a:off x="8709054" y="3819287"/>
              <a:ext cx="953178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D2CA552-C0EA-46FF-8CBA-00556992EAFF}"/>
                </a:ext>
              </a:extLst>
            </p:cNvPr>
            <p:cNvGrpSpPr/>
            <p:nvPr/>
          </p:nvGrpSpPr>
          <p:grpSpPr>
            <a:xfrm>
              <a:off x="1758019" y="3813520"/>
              <a:ext cx="5959354" cy="472312"/>
              <a:chOff x="1759065" y="4007382"/>
              <a:chExt cx="5959354" cy="472312"/>
            </a:xfrm>
          </p:grpSpPr>
          <p:sp>
            <p:nvSpPr>
              <p:cNvPr id="86" name="CustomShape 15">
                <a:extLst>
                  <a:ext uri="{FF2B5EF4-FFF2-40B4-BE49-F238E27FC236}">
                    <a16:creationId xmlns:a16="http://schemas.microsoft.com/office/drawing/2014/main" id="{3A564F5B-DC40-45FF-8B10-DCCC5DE7D8E3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87" name="CustomShape 8">
                <a:extLst>
                  <a:ext uri="{FF2B5EF4-FFF2-40B4-BE49-F238E27FC236}">
                    <a16:creationId xmlns:a16="http://schemas.microsoft.com/office/drawing/2014/main" id="{0D80E9EE-F48E-49CE-A252-6C1DF74C2602}"/>
                  </a:ext>
                </a:extLst>
              </p:cNvPr>
              <p:cNvSpPr/>
              <p:nvPr/>
            </p:nvSpPr>
            <p:spPr>
              <a:xfrm>
                <a:off x="6960689" y="4007382"/>
                <a:ext cx="757730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88" name="CustomShape 8">
                <a:extLst>
                  <a:ext uri="{FF2B5EF4-FFF2-40B4-BE49-F238E27FC236}">
                    <a16:creationId xmlns:a16="http://schemas.microsoft.com/office/drawing/2014/main" id="{E13D227E-6029-4DC5-B0BB-68D71B8D2ED7}"/>
                  </a:ext>
                </a:extLst>
              </p:cNvPr>
              <p:cNvSpPr/>
              <p:nvPr/>
            </p:nvSpPr>
            <p:spPr>
              <a:xfrm>
                <a:off x="5971362" y="4007382"/>
                <a:ext cx="873934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89" name="CustomShape 8">
                <a:extLst>
                  <a:ext uri="{FF2B5EF4-FFF2-40B4-BE49-F238E27FC236}">
                    <a16:creationId xmlns:a16="http://schemas.microsoft.com/office/drawing/2014/main" id="{600E2B4F-6469-45BF-BFB9-99C8C3A42261}"/>
                  </a:ext>
                </a:extLst>
              </p:cNvPr>
              <p:cNvSpPr/>
              <p:nvPr/>
            </p:nvSpPr>
            <p:spPr>
              <a:xfrm>
                <a:off x="4891065" y="4007382"/>
                <a:ext cx="971585" cy="472312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90" name="CustomShape 8">
                <a:extLst>
                  <a:ext uri="{FF2B5EF4-FFF2-40B4-BE49-F238E27FC236}">
                    <a16:creationId xmlns:a16="http://schemas.microsoft.com/office/drawing/2014/main" id="{51B6AC0E-4960-4B0D-A32D-2DE55843B9E2}"/>
                  </a:ext>
                </a:extLst>
              </p:cNvPr>
              <p:cNvSpPr/>
              <p:nvPr/>
            </p:nvSpPr>
            <p:spPr>
              <a:xfrm>
                <a:off x="3740734" y="4007382"/>
                <a:ext cx="1069926" cy="45757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91" name="CustomShape 8">
                <a:extLst>
                  <a:ext uri="{FF2B5EF4-FFF2-40B4-BE49-F238E27FC236}">
                    <a16:creationId xmlns:a16="http://schemas.microsoft.com/office/drawing/2014/main" id="{14161222-74A9-4F70-807B-78DD69EEE3D1}"/>
                  </a:ext>
                </a:extLst>
              </p:cNvPr>
              <p:cNvSpPr/>
              <p:nvPr/>
            </p:nvSpPr>
            <p:spPr>
              <a:xfrm>
                <a:off x="2864055" y="4010342"/>
                <a:ext cx="765753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EMAC</a:t>
                </a:r>
              </a:p>
            </p:txBody>
          </p:sp>
        </p:grp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370840" y="2369303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468223" y="2567309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6109810" y="2561798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874887" y="2561798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50298" y="2567310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517728" y="257178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217723" y="2545311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16AF95-4175-4D0B-B125-13F5A29DD4D6}"/>
              </a:ext>
            </a:extLst>
          </p:cNvPr>
          <p:cNvGrpSpPr/>
          <p:nvPr/>
        </p:nvGrpSpPr>
        <p:grpSpPr>
          <a:xfrm>
            <a:off x="1781474" y="856156"/>
            <a:ext cx="7876405" cy="473362"/>
            <a:chOff x="1782201" y="1099400"/>
            <a:chExt cx="7876405" cy="473362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782201" y="1106203"/>
              <a:ext cx="893325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5C6F2813-0C60-416A-B833-399E76FFC3E0}"/>
                </a:ext>
              </a:extLst>
            </p:cNvPr>
            <p:cNvGrpSpPr/>
            <p:nvPr/>
          </p:nvGrpSpPr>
          <p:grpSpPr>
            <a:xfrm>
              <a:off x="2795755" y="1099400"/>
              <a:ext cx="5052424" cy="473362"/>
              <a:chOff x="2747998" y="4023002"/>
              <a:chExt cx="5052424" cy="473362"/>
            </a:xfrm>
          </p:grpSpPr>
          <p:sp>
            <p:nvSpPr>
              <p:cNvPr id="139" name="CustomShape 8">
                <a:extLst>
                  <a:ext uri="{FF2B5EF4-FFF2-40B4-BE49-F238E27FC236}">
                    <a16:creationId xmlns:a16="http://schemas.microsoft.com/office/drawing/2014/main" id="{CAA8C7CB-63A7-4653-A01F-117EC1A07963}"/>
                  </a:ext>
                </a:extLst>
              </p:cNvPr>
              <p:cNvSpPr/>
              <p:nvPr/>
            </p:nvSpPr>
            <p:spPr>
              <a:xfrm>
                <a:off x="7145995" y="4034604"/>
                <a:ext cx="654427" cy="46176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140" name="CustomShape 8">
                <a:extLst>
                  <a:ext uri="{FF2B5EF4-FFF2-40B4-BE49-F238E27FC236}">
                    <a16:creationId xmlns:a16="http://schemas.microsoft.com/office/drawing/2014/main" id="{D6ED9DFE-9A05-46E1-BA74-B92F982665D1}"/>
                  </a:ext>
                </a:extLst>
              </p:cNvPr>
              <p:cNvSpPr/>
              <p:nvPr/>
            </p:nvSpPr>
            <p:spPr>
              <a:xfrm>
                <a:off x="6132441" y="4036410"/>
                <a:ext cx="893325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141" name="CustomShape 8">
                <a:extLst>
                  <a:ext uri="{FF2B5EF4-FFF2-40B4-BE49-F238E27FC236}">
                    <a16:creationId xmlns:a16="http://schemas.microsoft.com/office/drawing/2014/main" id="{407A7F7D-4E0E-4FC8-BB37-76988E47DABA}"/>
                  </a:ext>
                </a:extLst>
              </p:cNvPr>
              <p:cNvSpPr/>
              <p:nvPr/>
            </p:nvSpPr>
            <p:spPr>
              <a:xfrm>
                <a:off x="3761552" y="4046712"/>
                <a:ext cx="97158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142" name="CustomShape 8">
                <a:extLst>
                  <a:ext uri="{FF2B5EF4-FFF2-40B4-BE49-F238E27FC236}">
                    <a16:creationId xmlns:a16="http://schemas.microsoft.com/office/drawing/2014/main" id="{84F12E88-D8B0-41DD-AAA0-7C765BE9231D}"/>
                  </a:ext>
                </a:extLst>
              </p:cNvPr>
              <p:cNvSpPr/>
              <p:nvPr/>
            </p:nvSpPr>
            <p:spPr>
              <a:xfrm>
                <a:off x="2747998" y="4023002"/>
                <a:ext cx="893325" cy="463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143" name="CustomShape 8">
                <a:extLst>
                  <a:ext uri="{FF2B5EF4-FFF2-40B4-BE49-F238E27FC236}">
                    <a16:creationId xmlns:a16="http://schemas.microsoft.com/office/drawing/2014/main" id="{AAC5AF2A-84B7-43F3-A5CE-ADD5098DED6B}"/>
                  </a:ext>
                </a:extLst>
              </p:cNvPr>
              <p:cNvSpPr/>
              <p:nvPr/>
            </p:nvSpPr>
            <p:spPr>
              <a:xfrm>
                <a:off x="4853367" y="4042673"/>
                <a:ext cx="115884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EtherCAT IOLINK </a:t>
                </a:r>
              </a:p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Gateway</a:t>
                </a:r>
              </a:p>
            </p:txBody>
          </p:sp>
        </p:grpSp>
        <p:sp>
          <p:nvSpPr>
            <p:cNvPr id="144" name="CustomShape 15">
              <a:extLst>
                <a:ext uri="{FF2B5EF4-FFF2-40B4-BE49-F238E27FC236}">
                  <a16:creationId xmlns:a16="http://schemas.microsoft.com/office/drawing/2014/main" id="{299AB4A1-1ECC-4566-97EE-42078E96CD6C}"/>
                </a:ext>
              </a:extLst>
            </p:cNvPr>
            <p:cNvSpPr/>
            <p:nvPr/>
          </p:nvSpPr>
          <p:spPr>
            <a:xfrm>
              <a:off x="8873684" y="1112808"/>
              <a:ext cx="784922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B900A51-94B6-48C5-8EF8-785DB9FC7677}"/>
              </a:ext>
            </a:extLst>
          </p:cNvPr>
          <p:cNvGrpSpPr/>
          <p:nvPr/>
        </p:nvGrpSpPr>
        <p:grpSpPr>
          <a:xfrm>
            <a:off x="1784192" y="1482981"/>
            <a:ext cx="6978802" cy="485802"/>
            <a:chOff x="1566351" y="1638588"/>
            <a:chExt cx="6978802" cy="4858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0B00C2-16C0-4BB0-A299-1CA2AC879EDA}"/>
                </a:ext>
              </a:extLst>
            </p:cNvPr>
            <p:cNvGrpSpPr/>
            <p:nvPr/>
          </p:nvGrpSpPr>
          <p:grpSpPr>
            <a:xfrm>
              <a:off x="1566351" y="1650478"/>
              <a:ext cx="6073652" cy="473912"/>
              <a:chOff x="1783584" y="1740251"/>
              <a:chExt cx="6073652" cy="473912"/>
            </a:xfrm>
          </p:grpSpPr>
          <p:sp>
            <p:nvSpPr>
              <p:cNvPr id="113" name="CustomShape 24">
                <a:extLst>
                  <a:ext uri="{FF2B5EF4-FFF2-40B4-BE49-F238E27FC236}">
                    <a16:creationId xmlns:a16="http://schemas.microsoft.com/office/drawing/2014/main" id="{F7FC4F91-0E6E-4B6E-BF07-BC51B5C929A5}"/>
                  </a:ext>
                </a:extLst>
              </p:cNvPr>
              <p:cNvSpPr/>
              <p:nvPr/>
            </p:nvSpPr>
            <p:spPr>
              <a:xfrm>
                <a:off x="1783584" y="1752675"/>
                <a:ext cx="893325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Demos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CD7E9940-E88B-4DF5-8A05-B042DA614BE4}"/>
                  </a:ext>
                </a:extLst>
              </p:cNvPr>
              <p:cNvGrpSpPr/>
              <p:nvPr/>
            </p:nvGrpSpPr>
            <p:grpSpPr>
              <a:xfrm>
                <a:off x="2808749" y="1743054"/>
                <a:ext cx="4273830" cy="471109"/>
                <a:chOff x="2760994" y="4586880"/>
                <a:chExt cx="4273830" cy="557554"/>
              </a:xfrm>
            </p:grpSpPr>
            <p:sp>
              <p:nvSpPr>
                <p:cNvPr id="128" name="CustomShape 24">
                  <a:extLst>
                    <a:ext uri="{FF2B5EF4-FFF2-40B4-BE49-F238E27FC236}">
                      <a16:creationId xmlns:a16="http://schemas.microsoft.com/office/drawing/2014/main" id="{FEA79133-1A9F-46F4-904E-48CA29EEAD64}"/>
                    </a:ext>
                  </a:extLst>
                </p:cNvPr>
                <p:cNvSpPr/>
                <p:nvPr/>
              </p:nvSpPr>
              <p:spPr>
                <a:xfrm>
                  <a:off x="6141508" y="4586880"/>
                  <a:ext cx="893316" cy="557554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8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8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129" name="CustomShape 8">
                  <a:extLst>
                    <a:ext uri="{FF2B5EF4-FFF2-40B4-BE49-F238E27FC236}">
                      <a16:creationId xmlns:a16="http://schemas.microsoft.com/office/drawing/2014/main" id="{734FC023-5DA4-4516-B9FA-63B9819EBE4C}"/>
                    </a:ext>
                  </a:extLst>
                </p:cNvPr>
                <p:cNvSpPr/>
                <p:nvPr/>
              </p:nvSpPr>
              <p:spPr>
                <a:xfrm>
                  <a:off x="4866354" y="4603290"/>
                  <a:ext cx="1175067" cy="539181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Dual-Servo Motor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Drive Reference 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Design</a:t>
                  </a:r>
                </a:p>
              </p:txBody>
            </p:sp>
            <p:sp>
              <p:nvSpPr>
                <p:cNvPr id="133" name="CustomShape 24">
                  <a:extLst>
                    <a:ext uri="{FF2B5EF4-FFF2-40B4-BE49-F238E27FC236}">
                      <a16:creationId xmlns:a16="http://schemas.microsoft.com/office/drawing/2014/main" id="{572277B0-1A53-4660-BDEE-391E11761B67}"/>
                    </a:ext>
                  </a:extLst>
                </p:cNvPr>
                <p:cNvSpPr/>
                <p:nvPr/>
              </p:nvSpPr>
              <p:spPr>
                <a:xfrm>
                  <a:off x="3774539" y="4592743"/>
                  <a:ext cx="97158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</a:rPr>
                    <a:t>HSR/PRP</a:t>
                  </a:r>
                </a:p>
              </p:txBody>
            </p:sp>
            <p:sp>
              <p:nvSpPr>
                <p:cNvPr id="134" name="CustomShape 8">
                  <a:extLst>
                    <a:ext uri="{FF2B5EF4-FFF2-40B4-BE49-F238E27FC236}">
                      <a16:creationId xmlns:a16="http://schemas.microsoft.com/office/drawing/2014/main" id="{D9DC5E4D-88D1-42F8-8264-441BF9E70E97}"/>
                    </a:ext>
                  </a:extLst>
                </p:cNvPr>
                <p:cNvSpPr/>
                <p:nvPr/>
              </p:nvSpPr>
              <p:spPr>
                <a:xfrm>
                  <a:off x="2760994" y="4594644"/>
                  <a:ext cx="89331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  <a:latin typeface="Arial"/>
                    </a:rPr>
                    <a:t>IOLINK</a:t>
                  </a:r>
                </a:p>
              </p:txBody>
            </p:sp>
          </p:grpSp>
          <p:sp>
            <p:nvSpPr>
              <p:cNvPr id="69" name="CustomShape 15">
                <a:extLst>
                  <a:ext uri="{FF2B5EF4-FFF2-40B4-BE49-F238E27FC236}">
                    <a16:creationId xmlns:a16="http://schemas.microsoft.com/office/drawing/2014/main" id="{8A3830DC-B333-42A1-B4EF-A0D887783B68}"/>
                  </a:ext>
                </a:extLst>
              </p:cNvPr>
              <p:cNvSpPr/>
              <p:nvPr/>
            </p:nvSpPr>
            <p:spPr>
              <a:xfrm>
                <a:off x="7202808" y="1740251"/>
                <a:ext cx="654428" cy="47111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72" name="CustomShape 15">
              <a:extLst>
                <a:ext uri="{FF2B5EF4-FFF2-40B4-BE49-F238E27FC236}">
                  <a16:creationId xmlns:a16="http://schemas.microsoft.com/office/drawing/2014/main" id="{4C5CC9F6-6CC6-428B-8A4E-2355A376DCF7}"/>
                </a:ext>
              </a:extLst>
            </p:cNvPr>
            <p:cNvSpPr/>
            <p:nvPr/>
          </p:nvSpPr>
          <p:spPr>
            <a:xfrm>
              <a:off x="7760231" y="1638588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4" name="CustomShape 15">
            <a:extLst>
              <a:ext uri="{FF2B5EF4-FFF2-40B4-BE49-F238E27FC236}">
                <a16:creationId xmlns:a16="http://schemas.microsoft.com/office/drawing/2014/main" id="{454D07F2-B9A3-4D60-88C5-BC673115BBD6}"/>
              </a:ext>
            </a:extLst>
          </p:cNvPr>
          <p:cNvSpPr/>
          <p:nvPr/>
        </p:nvSpPr>
        <p:spPr>
          <a:xfrm>
            <a:off x="8872957" y="1484364"/>
            <a:ext cx="784922" cy="47110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ustomShape 15">
            <a:extLst>
              <a:ext uri="{FF2B5EF4-FFF2-40B4-BE49-F238E27FC236}">
                <a16:creationId xmlns:a16="http://schemas.microsoft.com/office/drawing/2014/main" id="{A66BEF25-718C-42F8-B4AD-47D4B69E58E4}"/>
              </a:ext>
            </a:extLst>
          </p:cNvPr>
          <p:cNvSpPr/>
          <p:nvPr/>
        </p:nvSpPr>
        <p:spPr>
          <a:xfrm>
            <a:off x="5397091" y="4200006"/>
            <a:ext cx="987669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ustomShape 15">
            <a:extLst>
              <a:ext uri="{FF2B5EF4-FFF2-40B4-BE49-F238E27FC236}">
                <a16:creationId xmlns:a16="http://schemas.microsoft.com/office/drawing/2014/main" id="{A187BFD9-EF2A-48E9-8359-90165FE849BF}"/>
              </a:ext>
            </a:extLst>
          </p:cNvPr>
          <p:cNvSpPr/>
          <p:nvPr/>
        </p:nvSpPr>
        <p:spPr>
          <a:xfrm>
            <a:off x="8791196" y="4161392"/>
            <a:ext cx="987382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CustomShape 15">
            <a:extLst>
              <a:ext uri="{FF2B5EF4-FFF2-40B4-BE49-F238E27FC236}">
                <a16:creationId xmlns:a16="http://schemas.microsoft.com/office/drawing/2014/main" id="{E158EF4E-99E5-4BAE-9F0A-48570C790A4B}"/>
              </a:ext>
            </a:extLst>
          </p:cNvPr>
          <p:cNvSpPr/>
          <p:nvPr/>
        </p:nvSpPr>
        <p:spPr>
          <a:xfrm>
            <a:off x="7978072" y="875978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CustomShape 15">
            <a:extLst>
              <a:ext uri="{FF2B5EF4-FFF2-40B4-BE49-F238E27FC236}">
                <a16:creationId xmlns:a16="http://schemas.microsoft.com/office/drawing/2014/main" id="{B0DC690B-AD5B-46F1-BD85-F5E786C440FA}"/>
              </a:ext>
            </a:extLst>
          </p:cNvPr>
          <p:cNvSpPr/>
          <p:nvPr/>
        </p:nvSpPr>
        <p:spPr>
          <a:xfrm>
            <a:off x="7886623" y="3608242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D31DDA8-6026-46C3-898E-6B3CDD0BAD65}"/>
              </a:ext>
            </a:extLst>
          </p:cNvPr>
          <p:cNvGrpSpPr/>
          <p:nvPr/>
        </p:nvGrpSpPr>
        <p:grpSpPr>
          <a:xfrm>
            <a:off x="10156092" y="1042427"/>
            <a:ext cx="1148754" cy="5041302"/>
            <a:chOff x="10156092" y="1042427"/>
            <a:chExt cx="1148754" cy="504130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E5B55A8-54EE-42C7-A85C-ACE2A970BBE7}"/>
                </a:ext>
              </a:extLst>
            </p:cNvPr>
            <p:cNvGrpSpPr/>
            <p:nvPr/>
          </p:nvGrpSpPr>
          <p:grpSpPr>
            <a:xfrm>
              <a:off x="10156092" y="1042427"/>
              <a:ext cx="1148754" cy="5041302"/>
              <a:chOff x="10031151" y="1253369"/>
              <a:chExt cx="1148754" cy="5041302"/>
            </a:xfrm>
          </p:grpSpPr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12F95B4D-3759-4104-8D58-EAF6518E9F95}"/>
                  </a:ext>
                </a:extLst>
              </p:cNvPr>
              <p:cNvSpPr/>
              <p:nvPr/>
            </p:nvSpPr>
            <p:spPr>
              <a:xfrm>
                <a:off x="10065487" y="1701064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3B83D30-7279-4106-8E40-EC7C6D8CAA48}"/>
                  </a:ext>
                </a:extLst>
              </p:cNvPr>
              <p:cNvSpPr/>
              <p:nvPr/>
            </p:nvSpPr>
            <p:spPr>
              <a:xfrm>
                <a:off x="10054872" y="307777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88B97E17-05DC-49D0-B861-F3FA96A2799E}"/>
                  </a:ext>
                </a:extLst>
              </p:cNvPr>
              <p:cNvSpPr/>
              <p:nvPr/>
            </p:nvSpPr>
            <p:spPr>
              <a:xfrm>
                <a:off x="10031151" y="355682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606A0F4-DCD2-4066-9BF4-874B6FC1A482}"/>
                  </a:ext>
                </a:extLst>
              </p:cNvPr>
              <p:cNvSpPr/>
              <p:nvPr/>
            </p:nvSpPr>
            <p:spPr>
              <a:xfrm>
                <a:off x="10054872" y="215177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B9B9C38B-2189-4BCB-BA18-0A4C8D7E9AC8}"/>
                  </a:ext>
                </a:extLst>
              </p:cNvPr>
              <p:cNvSpPr/>
              <p:nvPr/>
            </p:nvSpPr>
            <p:spPr>
              <a:xfrm>
                <a:off x="10048745" y="40204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" name="CustomShape 8">
                <a:extLst>
                  <a:ext uri="{FF2B5EF4-FFF2-40B4-BE49-F238E27FC236}">
                    <a16:creationId xmlns:a16="http://schemas.microsoft.com/office/drawing/2014/main" id="{64360DD5-025B-4378-8504-C84B4FA5AF28}"/>
                  </a:ext>
                </a:extLst>
              </p:cNvPr>
              <p:cNvSpPr/>
              <p:nvPr/>
            </p:nvSpPr>
            <p:spPr>
              <a:xfrm>
                <a:off x="10061000" y="4477967"/>
                <a:ext cx="1102163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" name="CustomShape 8">
                <a:extLst>
                  <a:ext uri="{FF2B5EF4-FFF2-40B4-BE49-F238E27FC236}">
                    <a16:creationId xmlns:a16="http://schemas.microsoft.com/office/drawing/2014/main" id="{32A75533-C752-44D1-9C09-E3E3E9A8E712}"/>
                  </a:ext>
                </a:extLst>
              </p:cNvPr>
              <p:cNvSpPr/>
              <p:nvPr/>
            </p:nvSpPr>
            <p:spPr>
              <a:xfrm>
                <a:off x="10064545" y="4935470"/>
                <a:ext cx="1091855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</a:p>
            </p:txBody>
          </p:sp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F14C8740-1E3F-43F2-A90F-7AED10928173}"/>
                  </a:ext>
                </a:extLst>
              </p:cNvPr>
              <p:cNvSpPr/>
              <p:nvPr/>
            </p:nvSpPr>
            <p:spPr>
              <a:xfrm>
                <a:off x="10042819" y="5441107"/>
                <a:ext cx="1102162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HSR/PRP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5A281F1F-1FED-41D1-9B89-8CD6235CB383}"/>
                  </a:ext>
                </a:extLst>
              </p:cNvPr>
              <p:cNvSpPr/>
              <p:nvPr/>
            </p:nvSpPr>
            <p:spPr>
              <a:xfrm>
                <a:off x="10031151" y="5924324"/>
                <a:ext cx="1102161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100" spc="-1" dirty="0">
                    <a:solidFill>
                      <a:srgbClr val="000000"/>
                    </a:solidFill>
                    <a:latin typeface="Arial"/>
                  </a:rPr>
                  <a:t>ENET MAC/Switch</a:t>
                </a:r>
              </a:p>
            </p:txBody>
          </p:sp>
          <p:sp>
            <p:nvSpPr>
              <p:cNvPr id="81" name="CustomShape 8">
                <a:extLst>
                  <a:ext uri="{FF2B5EF4-FFF2-40B4-BE49-F238E27FC236}">
                    <a16:creationId xmlns:a16="http://schemas.microsoft.com/office/drawing/2014/main" id="{DA175DF9-35CC-4E63-BB7D-886445F2B22F}"/>
                  </a:ext>
                </a:extLst>
              </p:cNvPr>
              <p:cNvSpPr/>
              <p:nvPr/>
            </p:nvSpPr>
            <p:spPr>
              <a:xfrm>
                <a:off x="10043786" y="125336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02" name="CustomShape 8">
              <a:extLst>
                <a:ext uri="{FF2B5EF4-FFF2-40B4-BE49-F238E27FC236}">
                  <a16:creationId xmlns:a16="http://schemas.microsoft.com/office/drawing/2014/main" id="{D3B04458-DB2E-44DE-BD3C-AFF2D17036A5}"/>
                </a:ext>
              </a:extLst>
            </p:cNvPr>
            <p:cNvSpPr/>
            <p:nvPr/>
          </p:nvSpPr>
          <p:spPr>
            <a:xfrm>
              <a:off x="10168727" y="2395597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3739478" y="264822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5666201" y="265370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2905773" y="1611656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5342307" y="16003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6574585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905773" y="988541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4128710" y="98873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5331899" y="988543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6574585" y="981374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40" name="CustomShape 8">
            <a:extLst>
              <a:ext uri="{FF2B5EF4-FFF2-40B4-BE49-F238E27FC236}">
                <a16:creationId xmlns:a16="http://schemas.microsoft.com/office/drawing/2014/main" id="{01121847-31DF-46AA-B838-EAFA788320FD}"/>
              </a:ext>
            </a:extLst>
          </p:cNvPr>
          <p:cNvSpPr/>
          <p:nvPr/>
        </p:nvSpPr>
        <p:spPr>
          <a:xfrm>
            <a:off x="7969666" y="4442023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CustomShape 8">
            <a:extLst>
              <a:ext uri="{FF2B5EF4-FFF2-40B4-BE49-F238E27FC236}">
                <a16:creationId xmlns:a16="http://schemas.microsoft.com/office/drawing/2014/main" id="{B2E5371C-069D-4B40-AC59-96EF0DAFDAC4}"/>
              </a:ext>
            </a:extLst>
          </p:cNvPr>
          <p:cNvSpPr/>
          <p:nvPr/>
        </p:nvSpPr>
        <p:spPr>
          <a:xfrm>
            <a:off x="7977392" y="2241293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21E969EE-BA3E-4C5C-9730-05841FA4B7E2}"/>
              </a:ext>
            </a:extLst>
          </p:cNvPr>
          <p:cNvSpPr/>
          <p:nvPr/>
        </p:nvSpPr>
        <p:spPr>
          <a:xfrm>
            <a:off x="7977392" y="3731944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94AD24C4-6F29-4547-8CCD-1924B387D323}"/>
              </a:ext>
            </a:extLst>
          </p:cNvPr>
          <p:cNvSpPr/>
          <p:nvPr/>
        </p:nvSpPr>
        <p:spPr>
          <a:xfrm>
            <a:off x="7969666" y="2956689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A-format</a:t>
            </a: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786CFDC0-B554-4AE6-9E15-6FBE01A3C35D}"/>
              </a:ext>
            </a:extLst>
          </p:cNvPr>
          <p:cNvSpPr/>
          <p:nvPr/>
        </p:nvSpPr>
        <p:spPr>
          <a:xfrm>
            <a:off x="7975216" y="150861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5336822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6569100" y="431763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</p:grpSp>
      <p:sp>
        <p:nvSpPr>
          <p:cNvPr id="76" name="CustomShape 15">
            <a:extLst>
              <a:ext uri="{FF2B5EF4-FFF2-40B4-BE49-F238E27FC236}">
                <a16:creationId xmlns:a16="http://schemas.microsoft.com/office/drawing/2014/main" id="{9C0298EB-5B2D-49C4-BA72-005C9B36B9F7}"/>
              </a:ext>
            </a:extLst>
          </p:cNvPr>
          <p:cNvSpPr/>
          <p:nvPr/>
        </p:nvSpPr>
        <p:spPr>
          <a:xfrm>
            <a:off x="4152745" y="1616655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77" name="CustomShape 15">
            <a:extLst>
              <a:ext uri="{FF2B5EF4-FFF2-40B4-BE49-F238E27FC236}">
                <a16:creationId xmlns:a16="http://schemas.microsoft.com/office/drawing/2014/main" id="{22EEC8FE-0CFB-40ED-B96D-EFE06B752B5A}"/>
              </a:ext>
            </a:extLst>
          </p:cNvPr>
          <p:cNvSpPr/>
          <p:nvPr/>
        </p:nvSpPr>
        <p:spPr>
          <a:xfrm>
            <a:off x="4169027" y="39720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316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8654906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477905B-718E-46C2-96EA-D4C70FD5F477}"/>
              </a:ext>
            </a:extLst>
          </p:cNvPr>
          <p:cNvGrpSpPr/>
          <p:nvPr/>
        </p:nvGrpSpPr>
        <p:grpSpPr>
          <a:xfrm>
            <a:off x="2600111" y="5252523"/>
            <a:ext cx="5721806" cy="867130"/>
            <a:chOff x="1824621" y="5241908"/>
            <a:chExt cx="5721806" cy="867130"/>
          </a:xfrm>
        </p:grpSpPr>
        <p:sp>
          <p:nvSpPr>
            <p:cNvPr id="94" name="CustomShape 3">
              <a:extLst>
                <a:ext uri="{FF2B5EF4-FFF2-40B4-BE49-F238E27FC236}">
                  <a16:creationId xmlns:a16="http://schemas.microsoft.com/office/drawing/2014/main" id="{F396EB7B-63A1-4BA5-B2F2-757577BDD2A9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6" name="CustomShape 5">
              <a:extLst>
                <a:ext uri="{FF2B5EF4-FFF2-40B4-BE49-F238E27FC236}">
                  <a16:creationId xmlns:a16="http://schemas.microsoft.com/office/drawing/2014/main" id="{59C50511-9CD0-4024-89B9-50BB30830633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7" name="CustomShape 6">
              <a:extLst>
                <a:ext uri="{FF2B5EF4-FFF2-40B4-BE49-F238E27FC236}">
                  <a16:creationId xmlns:a16="http://schemas.microsoft.com/office/drawing/2014/main" id="{4EC958E8-FC03-4C5C-9647-29B758349B13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8" name="CustomShape 7">
              <a:extLst>
                <a:ext uri="{FF2B5EF4-FFF2-40B4-BE49-F238E27FC236}">
                  <a16:creationId xmlns:a16="http://schemas.microsoft.com/office/drawing/2014/main" id="{BBDFF6FF-96DF-415E-B361-BF5DECAA8CF2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</p:grp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8652728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0875133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032273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021833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021833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011066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8636168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0879281" y="6294591"/>
            <a:ext cx="1912491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011066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324973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310213" y="6294591"/>
            <a:ext cx="141912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8643726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8636166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261833" y="2679684"/>
            <a:ext cx="101730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09198" y="2667525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894592" y="1612974"/>
            <a:ext cx="903908" cy="39372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6487361" y="1557618"/>
            <a:ext cx="903907" cy="42934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0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7644057" y="1570236"/>
            <a:ext cx="900772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F3F13926-7868-4E7A-AEB6-0A4ECC0A31BA}"/>
              </a:ext>
            </a:extLst>
          </p:cNvPr>
          <p:cNvSpPr/>
          <p:nvPr/>
        </p:nvSpPr>
        <p:spPr>
          <a:xfrm>
            <a:off x="3051302" y="1616953"/>
            <a:ext cx="903908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894592" y="977692"/>
            <a:ext cx="903906" cy="394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3039793" y="973218"/>
            <a:ext cx="903907" cy="39947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476953" y="945827"/>
            <a:ext cx="903907" cy="39468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7644056" y="952083"/>
            <a:ext cx="901256" cy="42027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EnDat</a:t>
            </a:r>
            <a:endParaRPr lang="en-IN" sz="1200" spc="-2" dirty="0">
              <a:solidFill>
                <a:srgbClr val="000000"/>
              </a:solidFill>
            </a:endParaRPr>
          </a:p>
        </p:txBody>
      </p:sp>
      <p:sp>
        <p:nvSpPr>
          <p:cNvPr id="49" name="CustomShape 8">
            <a:extLst>
              <a:ext uri="{FF2B5EF4-FFF2-40B4-BE49-F238E27FC236}">
                <a16:creationId xmlns:a16="http://schemas.microsoft.com/office/drawing/2014/main" id="{7128BE07-6182-46ED-8561-79949810231D}"/>
              </a:ext>
            </a:extLst>
          </p:cNvPr>
          <p:cNvSpPr/>
          <p:nvPr/>
        </p:nvSpPr>
        <p:spPr>
          <a:xfrm>
            <a:off x="4194546" y="954300"/>
            <a:ext cx="901257" cy="41672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5010968" y="2674508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7773286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6575549" y="4326095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7807827" y="4325287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sp>
        <p:nvSpPr>
          <p:cNvPr id="68" name="CustomShape 8">
            <a:extLst>
              <a:ext uri="{FF2B5EF4-FFF2-40B4-BE49-F238E27FC236}">
                <a16:creationId xmlns:a16="http://schemas.microsoft.com/office/drawing/2014/main" id="{AEAB1A64-5AA7-4050-B2B5-DF1EB16ADEBA}"/>
              </a:ext>
            </a:extLst>
          </p:cNvPr>
          <p:cNvSpPr/>
          <p:nvPr/>
        </p:nvSpPr>
        <p:spPr>
          <a:xfrm>
            <a:off x="1846518" y="3699484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CustomShape 8">
            <a:extLst>
              <a:ext uri="{FF2B5EF4-FFF2-40B4-BE49-F238E27FC236}">
                <a16:creationId xmlns:a16="http://schemas.microsoft.com/office/drawing/2014/main" id="{F580071E-2B18-4C88-A14A-DED8BFE56ADC}"/>
              </a:ext>
            </a:extLst>
          </p:cNvPr>
          <p:cNvSpPr/>
          <p:nvPr/>
        </p:nvSpPr>
        <p:spPr>
          <a:xfrm>
            <a:off x="3010473" y="370285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73" name="CustomShape 8">
            <a:extLst>
              <a:ext uri="{FF2B5EF4-FFF2-40B4-BE49-F238E27FC236}">
                <a16:creationId xmlns:a16="http://schemas.microsoft.com/office/drawing/2014/main" id="{2A67C791-6F55-47C7-B1A6-7B46FB58B437}"/>
              </a:ext>
            </a:extLst>
          </p:cNvPr>
          <p:cNvSpPr/>
          <p:nvPr/>
        </p:nvSpPr>
        <p:spPr>
          <a:xfrm>
            <a:off x="6565141" y="3714304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74" name="CustomShape 8">
            <a:extLst>
              <a:ext uri="{FF2B5EF4-FFF2-40B4-BE49-F238E27FC236}">
                <a16:creationId xmlns:a16="http://schemas.microsoft.com/office/drawing/2014/main" id="{2B228454-BCB9-489B-B719-40B8584D671E}"/>
              </a:ext>
            </a:extLst>
          </p:cNvPr>
          <p:cNvSpPr/>
          <p:nvPr/>
        </p:nvSpPr>
        <p:spPr>
          <a:xfrm>
            <a:off x="7807827" y="3707135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75" name="CustomShape 8">
            <a:extLst>
              <a:ext uri="{FF2B5EF4-FFF2-40B4-BE49-F238E27FC236}">
                <a16:creationId xmlns:a16="http://schemas.microsoft.com/office/drawing/2014/main" id="{F8370D72-890A-416C-8661-621C2D086D65}"/>
              </a:ext>
            </a:extLst>
          </p:cNvPr>
          <p:cNvSpPr/>
          <p:nvPr/>
        </p:nvSpPr>
        <p:spPr>
          <a:xfrm>
            <a:off x="4174428" y="3699485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8A63F40F-EA38-4A0D-9D2C-F4506ABF8E71}"/>
              </a:ext>
            </a:extLst>
          </p:cNvPr>
          <p:cNvSpPr/>
          <p:nvPr/>
        </p:nvSpPr>
        <p:spPr>
          <a:xfrm>
            <a:off x="4202854" y="1632204"/>
            <a:ext cx="903907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01" name="CustomShape 8">
            <a:extLst>
              <a:ext uri="{FF2B5EF4-FFF2-40B4-BE49-F238E27FC236}">
                <a16:creationId xmlns:a16="http://schemas.microsoft.com/office/drawing/2014/main" id="{4FD09517-BB27-4743-B00C-3AE6EA856D28}"/>
              </a:ext>
            </a:extLst>
          </p:cNvPr>
          <p:cNvSpPr/>
          <p:nvPr/>
        </p:nvSpPr>
        <p:spPr>
          <a:xfrm>
            <a:off x="6377026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102" name="CustomShape 8">
            <a:extLst>
              <a:ext uri="{FF2B5EF4-FFF2-40B4-BE49-F238E27FC236}">
                <a16:creationId xmlns:a16="http://schemas.microsoft.com/office/drawing/2014/main" id="{4A6996EB-9DD4-4FE9-BEC8-6A591048BBDD}"/>
              </a:ext>
            </a:extLst>
          </p:cNvPr>
          <p:cNvSpPr/>
          <p:nvPr/>
        </p:nvSpPr>
        <p:spPr>
          <a:xfrm>
            <a:off x="5337120" y="1323019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3" name="CustomShape 8">
            <a:extLst>
              <a:ext uri="{FF2B5EF4-FFF2-40B4-BE49-F238E27FC236}">
                <a16:creationId xmlns:a16="http://schemas.microsoft.com/office/drawing/2014/main" id="{5EA3E176-BC57-480C-ACFE-C9A6288FD716}"/>
              </a:ext>
            </a:extLst>
          </p:cNvPr>
          <p:cNvSpPr/>
          <p:nvPr/>
        </p:nvSpPr>
        <p:spPr>
          <a:xfrm>
            <a:off x="5370887" y="4039101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4" name="CustomShape 8">
            <a:extLst>
              <a:ext uri="{FF2B5EF4-FFF2-40B4-BE49-F238E27FC236}">
                <a16:creationId xmlns:a16="http://schemas.microsoft.com/office/drawing/2014/main" id="{5A3D3998-6F2D-4DAA-8D23-D1F33405E6E7}"/>
              </a:ext>
            </a:extLst>
          </p:cNvPr>
          <p:cNvSpPr/>
          <p:nvPr/>
        </p:nvSpPr>
        <p:spPr>
          <a:xfrm>
            <a:off x="4200689" y="4357280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7A4F7D4-C33E-4B26-9D7C-C884A14DF543}"/>
              </a:ext>
            </a:extLst>
          </p:cNvPr>
          <p:cNvGrpSpPr/>
          <p:nvPr/>
        </p:nvGrpSpPr>
        <p:grpSpPr>
          <a:xfrm>
            <a:off x="9461856" y="1555106"/>
            <a:ext cx="1130602" cy="4044596"/>
            <a:chOff x="9452859" y="1986347"/>
            <a:chExt cx="1130602" cy="4044596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F1C7046-C779-4CDE-89D7-5E6DA3716311}"/>
                </a:ext>
              </a:extLst>
            </p:cNvPr>
            <p:cNvGrpSpPr/>
            <p:nvPr/>
          </p:nvGrpSpPr>
          <p:grpSpPr>
            <a:xfrm>
              <a:off x="9452859" y="1986347"/>
              <a:ext cx="1130602" cy="3496089"/>
              <a:chOff x="7962195" y="1930422"/>
              <a:chExt cx="1130602" cy="3496089"/>
            </a:xfrm>
          </p:grpSpPr>
          <p:sp>
            <p:nvSpPr>
              <p:cNvPr id="40" name="CustomShape 8">
                <a:extLst>
                  <a:ext uri="{FF2B5EF4-FFF2-40B4-BE49-F238E27FC236}">
                    <a16:creationId xmlns:a16="http://schemas.microsoft.com/office/drawing/2014/main" id="{01121847-31DF-46AA-B838-EAFA788320FD}"/>
                  </a:ext>
                </a:extLst>
              </p:cNvPr>
              <p:cNvSpPr/>
              <p:nvPr/>
            </p:nvSpPr>
            <p:spPr>
              <a:xfrm>
                <a:off x="7970653" y="4416651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21E969EE-BA3E-4C5C-9730-05841FA4B7E2}"/>
                  </a:ext>
                </a:extLst>
              </p:cNvPr>
              <p:cNvSpPr/>
              <p:nvPr/>
            </p:nvSpPr>
            <p:spPr>
              <a:xfrm>
                <a:off x="7976203" y="3777138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0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0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E055C7A8-A374-428A-9BE3-DEE183B5BC39}"/>
                  </a:ext>
                </a:extLst>
              </p:cNvPr>
              <p:cNvSpPr/>
              <p:nvPr/>
            </p:nvSpPr>
            <p:spPr>
              <a:xfrm>
                <a:off x="7978379" y="50561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94AD24C4-6F29-4547-8CCD-1924B387D323}"/>
                  </a:ext>
                </a:extLst>
              </p:cNvPr>
              <p:cNvSpPr/>
              <p:nvPr/>
            </p:nvSpPr>
            <p:spPr>
              <a:xfrm>
                <a:off x="7962195" y="3137625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Nikon </a:t>
                </a:r>
              </a:p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</a:p>
            </p:txBody>
          </p:sp>
          <p:sp>
            <p:nvSpPr>
              <p:cNvPr id="67" name="CustomShape 8">
                <a:extLst>
                  <a:ext uri="{FF2B5EF4-FFF2-40B4-BE49-F238E27FC236}">
                    <a16:creationId xmlns:a16="http://schemas.microsoft.com/office/drawing/2014/main" id="{E85276C1-A842-4B4A-B8F5-01BA41C2250F}"/>
                  </a:ext>
                </a:extLst>
              </p:cNvPr>
              <p:cNvSpPr/>
              <p:nvPr/>
            </p:nvSpPr>
            <p:spPr>
              <a:xfrm>
                <a:off x="7962195" y="250888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76" name="CustomShape 8">
                <a:extLst>
                  <a:ext uri="{FF2B5EF4-FFF2-40B4-BE49-F238E27FC236}">
                    <a16:creationId xmlns:a16="http://schemas.microsoft.com/office/drawing/2014/main" id="{666C0C31-20D4-4DA5-BBF8-7351CC90AE0A}"/>
                  </a:ext>
                </a:extLst>
              </p:cNvPr>
              <p:cNvSpPr/>
              <p:nvPr/>
            </p:nvSpPr>
            <p:spPr>
              <a:xfrm>
                <a:off x="7962195" y="193042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15" name="CustomShape 8">
              <a:extLst>
                <a:ext uri="{FF2B5EF4-FFF2-40B4-BE49-F238E27FC236}">
                  <a16:creationId xmlns:a16="http://schemas.microsoft.com/office/drawing/2014/main" id="{51DC56F3-820F-4E0B-A74D-69BE72723CB9}"/>
                </a:ext>
              </a:extLst>
            </p:cNvPr>
            <p:cNvSpPr/>
            <p:nvPr/>
          </p:nvSpPr>
          <p:spPr>
            <a:xfrm>
              <a:off x="9467314" y="5660596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0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8654906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477905B-718E-46C2-96EA-D4C70FD5F477}"/>
              </a:ext>
            </a:extLst>
          </p:cNvPr>
          <p:cNvGrpSpPr/>
          <p:nvPr/>
        </p:nvGrpSpPr>
        <p:grpSpPr>
          <a:xfrm>
            <a:off x="2600111" y="5252523"/>
            <a:ext cx="5721806" cy="867130"/>
            <a:chOff x="1824621" y="5241908"/>
            <a:chExt cx="5721806" cy="867130"/>
          </a:xfrm>
        </p:grpSpPr>
        <p:sp>
          <p:nvSpPr>
            <p:cNvPr id="94" name="CustomShape 3">
              <a:extLst>
                <a:ext uri="{FF2B5EF4-FFF2-40B4-BE49-F238E27FC236}">
                  <a16:creationId xmlns:a16="http://schemas.microsoft.com/office/drawing/2014/main" id="{F396EB7B-63A1-4BA5-B2F2-757577BDD2A9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6" name="CustomShape 5">
              <a:extLst>
                <a:ext uri="{FF2B5EF4-FFF2-40B4-BE49-F238E27FC236}">
                  <a16:creationId xmlns:a16="http://schemas.microsoft.com/office/drawing/2014/main" id="{59C50511-9CD0-4024-89B9-50BB30830633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7" name="CustomShape 6">
              <a:extLst>
                <a:ext uri="{FF2B5EF4-FFF2-40B4-BE49-F238E27FC236}">
                  <a16:creationId xmlns:a16="http://schemas.microsoft.com/office/drawing/2014/main" id="{4EC958E8-FC03-4C5C-9647-29B758349B13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8" name="CustomShape 7">
              <a:extLst>
                <a:ext uri="{FF2B5EF4-FFF2-40B4-BE49-F238E27FC236}">
                  <a16:creationId xmlns:a16="http://schemas.microsoft.com/office/drawing/2014/main" id="{BBDFF6FF-96DF-415E-B361-BF5DECAA8CF2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</p:grp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8652728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0875133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032273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021833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021833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011066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8636168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0879281" y="6294591"/>
            <a:ext cx="1912491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011066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324973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310213" y="6294591"/>
            <a:ext cx="141912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8643726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8636166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31827" y="2646651"/>
            <a:ext cx="101730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01582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852003" y="1616656"/>
            <a:ext cx="903908" cy="39372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7007081" y="1599527"/>
            <a:ext cx="903907" cy="42934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0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0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0F9232B9-A9C5-4DDA-B5BF-882722F6F902}"/>
              </a:ext>
            </a:extLst>
          </p:cNvPr>
          <p:cNvSpPr/>
          <p:nvPr/>
        </p:nvSpPr>
        <p:spPr>
          <a:xfrm>
            <a:off x="6020630" y="1599527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8017341" y="1599527"/>
            <a:ext cx="900772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F3F13926-7868-4E7A-AEB6-0A4ECC0A31BA}"/>
              </a:ext>
            </a:extLst>
          </p:cNvPr>
          <p:cNvSpPr/>
          <p:nvPr/>
        </p:nvSpPr>
        <p:spPr>
          <a:xfrm>
            <a:off x="2865245" y="1616656"/>
            <a:ext cx="903908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852003" y="981374"/>
            <a:ext cx="903906" cy="394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2853736" y="972921"/>
            <a:ext cx="903907" cy="39947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996673" y="987736"/>
            <a:ext cx="903907" cy="39468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8017340" y="981374"/>
            <a:ext cx="901256" cy="42027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00" spc="-2" dirty="0">
                <a:solidFill>
                  <a:srgbClr val="000000"/>
                </a:solidFill>
              </a:rPr>
              <a:t>EnDat</a:t>
            </a:r>
            <a:endParaRPr lang="en-IN" sz="1200" spc="-2" dirty="0">
              <a:solidFill>
                <a:srgbClr val="000000"/>
              </a:solidFill>
            </a:endParaRPr>
          </a:p>
        </p:txBody>
      </p:sp>
      <p:sp>
        <p:nvSpPr>
          <p:cNvPr id="49" name="CustomShape 8">
            <a:extLst>
              <a:ext uri="{FF2B5EF4-FFF2-40B4-BE49-F238E27FC236}">
                <a16:creationId xmlns:a16="http://schemas.microsoft.com/office/drawing/2014/main" id="{7128BE07-6182-46ED-8561-79949810231D}"/>
              </a:ext>
            </a:extLst>
          </p:cNvPr>
          <p:cNvSpPr/>
          <p:nvPr/>
        </p:nvSpPr>
        <p:spPr>
          <a:xfrm>
            <a:off x="3890305" y="955670"/>
            <a:ext cx="901257" cy="41672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4490301" y="2654644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6701985" y="2654644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6575549" y="4326095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CustomShape 8">
            <a:extLst>
              <a:ext uri="{FF2B5EF4-FFF2-40B4-BE49-F238E27FC236}">
                <a16:creationId xmlns:a16="http://schemas.microsoft.com/office/drawing/2014/main" id="{DC61F9FB-ACE8-41DA-B31A-550723C32288}"/>
              </a:ext>
            </a:extLst>
          </p:cNvPr>
          <p:cNvSpPr/>
          <p:nvPr/>
        </p:nvSpPr>
        <p:spPr>
          <a:xfrm>
            <a:off x="5378242" y="4318704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7807827" y="4325287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sp>
        <p:nvSpPr>
          <p:cNvPr id="68" name="CustomShape 8">
            <a:extLst>
              <a:ext uri="{FF2B5EF4-FFF2-40B4-BE49-F238E27FC236}">
                <a16:creationId xmlns:a16="http://schemas.microsoft.com/office/drawing/2014/main" id="{AEAB1A64-5AA7-4050-B2B5-DF1EB16ADEBA}"/>
              </a:ext>
            </a:extLst>
          </p:cNvPr>
          <p:cNvSpPr/>
          <p:nvPr/>
        </p:nvSpPr>
        <p:spPr>
          <a:xfrm>
            <a:off x="1846518" y="3699484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CustomShape 8">
            <a:extLst>
              <a:ext uri="{FF2B5EF4-FFF2-40B4-BE49-F238E27FC236}">
                <a16:creationId xmlns:a16="http://schemas.microsoft.com/office/drawing/2014/main" id="{F580071E-2B18-4C88-A14A-DED8BFE56ADC}"/>
              </a:ext>
            </a:extLst>
          </p:cNvPr>
          <p:cNvSpPr/>
          <p:nvPr/>
        </p:nvSpPr>
        <p:spPr>
          <a:xfrm>
            <a:off x="3010473" y="370285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73" name="CustomShape 8">
            <a:extLst>
              <a:ext uri="{FF2B5EF4-FFF2-40B4-BE49-F238E27FC236}">
                <a16:creationId xmlns:a16="http://schemas.microsoft.com/office/drawing/2014/main" id="{2A67C791-6F55-47C7-B1A6-7B46FB58B437}"/>
              </a:ext>
            </a:extLst>
          </p:cNvPr>
          <p:cNvSpPr/>
          <p:nvPr/>
        </p:nvSpPr>
        <p:spPr>
          <a:xfrm>
            <a:off x="6565141" y="3714304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74" name="CustomShape 8">
            <a:extLst>
              <a:ext uri="{FF2B5EF4-FFF2-40B4-BE49-F238E27FC236}">
                <a16:creationId xmlns:a16="http://schemas.microsoft.com/office/drawing/2014/main" id="{2B228454-BCB9-489B-B719-40B8584D671E}"/>
              </a:ext>
            </a:extLst>
          </p:cNvPr>
          <p:cNvSpPr/>
          <p:nvPr/>
        </p:nvSpPr>
        <p:spPr>
          <a:xfrm>
            <a:off x="7807827" y="3707135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75" name="CustomShape 8">
            <a:extLst>
              <a:ext uri="{FF2B5EF4-FFF2-40B4-BE49-F238E27FC236}">
                <a16:creationId xmlns:a16="http://schemas.microsoft.com/office/drawing/2014/main" id="{F8370D72-890A-416C-8661-621C2D086D65}"/>
              </a:ext>
            </a:extLst>
          </p:cNvPr>
          <p:cNvSpPr/>
          <p:nvPr/>
        </p:nvSpPr>
        <p:spPr>
          <a:xfrm>
            <a:off x="4174428" y="3699485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8A63F40F-EA38-4A0D-9D2C-F4506ABF8E71}"/>
              </a:ext>
            </a:extLst>
          </p:cNvPr>
          <p:cNvSpPr/>
          <p:nvPr/>
        </p:nvSpPr>
        <p:spPr>
          <a:xfrm>
            <a:off x="3898613" y="1633574"/>
            <a:ext cx="903907" cy="40804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95" name="CustomShape 8">
            <a:extLst>
              <a:ext uri="{FF2B5EF4-FFF2-40B4-BE49-F238E27FC236}">
                <a16:creationId xmlns:a16="http://schemas.microsoft.com/office/drawing/2014/main" id="{F7FE412C-8A4A-4860-AB3E-1D1A31E8A6A8}"/>
              </a:ext>
            </a:extLst>
          </p:cNvPr>
          <p:cNvSpPr/>
          <p:nvPr/>
        </p:nvSpPr>
        <p:spPr>
          <a:xfrm>
            <a:off x="4967220" y="1226901"/>
            <a:ext cx="903907" cy="5128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EtherCAT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IOLINK 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  <a:latin typeface="Arial"/>
              </a:rPr>
              <a:t>Gateway</a:t>
            </a:r>
          </a:p>
        </p:txBody>
      </p:sp>
      <p:sp>
        <p:nvSpPr>
          <p:cNvPr id="100" name="CustomShape 8">
            <a:extLst>
              <a:ext uri="{FF2B5EF4-FFF2-40B4-BE49-F238E27FC236}">
                <a16:creationId xmlns:a16="http://schemas.microsoft.com/office/drawing/2014/main" id="{3AD8FCB3-B566-4F0C-B042-B3FB9C8CE858}"/>
              </a:ext>
            </a:extLst>
          </p:cNvPr>
          <p:cNvSpPr/>
          <p:nvPr/>
        </p:nvSpPr>
        <p:spPr>
          <a:xfrm>
            <a:off x="7807827" y="2646651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100" spc="-2" dirty="0">
                <a:solidFill>
                  <a:srgbClr val="000000"/>
                </a:solidFill>
              </a:rPr>
              <a:t>EtherCAT</a:t>
            </a:r>
          </a:p>
          <a:p>
            <a:pPr algn="ctr"/>
            <a:r>
              <a:rPr lang="en-IN" sz="1100" spc="-2" dirty="0">
                <a:solidFill>
                  <a:srgbClr val="000000"/>
                </a:solidFill>
              </a:rPr>
              <a:t>IOLINK Gateway</a:t>
            </a:r>
          </a:p>
        </p:txBody>
      </p:sp>
      <p:sp>
        <p:nvSpPr>
          <p:cNvPr id="101" name="CustomShape 8">
            <a:extLst>
              <a:ext uri="{FF2B5EF4-FFF2-40B4-BE49-F238E27FC236}">
                <a16:creationId xmlns:a16="http://schemas.microsoft.com/office/drawing/2014/main" id="{4FD09517-BB27-4743-B00C-3AE6EA856D28}"/>
              </a:ext>
            </a:extLst>
          </p:cNvPr>
          <p:cNvSpPr/>
          <p:nvPr/>
        </p:nvSpPr>
        <p:spPr>
          <a:xfrm>
            <a:off x="5596143" y="2656912"/>
            <a:ext cx="1035994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102" name="CustomShape 8">
            <a:extLst>
              <a:ext uri="{FF2B5EF4-FFF2-40B4-BE49-F238E27FC236}">
                <a16:creationId xmlns:a16="http://schemas.microsoft.com/office/drawing/2014/main" id="{4A6996EB-9DD4-4FE9-BEC8-6A591048BBDD}"/>
              </a:ext>
            </a:extLst>
          </p:cNvPr>
          <p:cNvSpPr/>
          <p:nvPr/>
        </p:nvSpPr>
        <p:spPr>
          <a:xfrm>
            <a:off x="6008625" y="991445"/>
            <a:ext cx="887044" cy="41673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0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3" name="CustomShape 8">
            <a:extLst>
              <a:ext uri="{FF2B5EF4-FFF2-40B4-BE49-F238E27FC236}">
                <a16:creationId xmlns:a16="http://schemas.microsoft.com/office/drawing/2014/main" id="{5EA3E176-BC57-480C-ACFE-C9A6288FD716}"/>
              </a:ext>
            </a:extLst>
          </p:cNvPr>
          <p:cNvSpPr/>
          <p:nvPr/>
        </p:nvSpPr>
        <p:spPr>
          <a:xfrm>
            <a:off x="5363327" y="3699484"/>
            <a:ext cx="101251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104" name="CustomShape 8">
            <a:extLst>
              <a:ext uri="{FF2B5EF4-FFF2-40B4-BE49-F238E27FC236}">
                <a16:creationId xmlns:a16="http://schemas.microsoft.com/office/drawing/2014/main" id="{5A3D3998-6F2D-4DAA-8D23-D1F33405E6E7}"/>
              </a:ext>
            </a:extLst>
          </p:cNvPr>
          <p:cNvSpPr/>
          <p:nvPr/>
        </p:nvSpPr>
        <p:spPr>
          <a:xfrm>
            <a:off x="4200689" y="4357280"/>
            <a:ext cx="1031759" cy="47475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FW HAL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7A4F7D4-C33E-4B26-9D7C-C884A14DF543}"/>
              </a:ext>
            </a:extLst>
          </p:cNvPr>
          <p:cNvGrpSpPr/>
          <p:nvPr/>
        </p:nvGrpSpPr>
        <p:grpSpPr>
          <a:xfrm>
            <a:off x="9452859" y="1233208"/>
            <a:ext cx="1133304" cy="4797735"/>
            <a:chOff x="9452859" y="1233208"/>
            <a:chExt cx="1133304" cy="479773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F1C7046-C779-4CDE-89D7-5E6DA3716311}"/>
                </a:ext>
              </a:extLst>
            </p:cNvPr>
            <p:cNvGrpSpPr/>
            <p:nvPr/>
          </p:nvGrpSpPr>
          <p:grpSpPr>
            <a:xfrm>
              <a:off x="9452859" y="1233208"/>
              <a:ext cx="1133304" cy="4249228"/>
              <a:chOff x="7962195" y="1177283"/>
              <a:chExt cx="1133304" cy="4249228"/>
            </a:xfrm>
          </p:grpSpPr>
          <p:sp>
            <p:nvSpPr>
              <p:cNvPr id="40" name="CustomShape 8">
                <a:extLst>
                  <a:ext uri="{FF2B5EF4-FFF2-40B4-BE49-F238E27FC236}">
                    <a16:creationId xmlns:a16="http://schemas.microsoft.com/office/drawing/2014/main" id="{01121847-31DF-46AA-B838-EAFA788320FD}"/>
                  </a:ext>
                </a:extLst>
              </p:cNvPr>
              <p:cNvSpPr/>
              <p:nvPr/>
            </p:nvSpPr>
            <p:spPr>
              <a:xfrm>
                <a:off x="7970653" y="4416651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1" name="CustomShape 8">
                <a:extLst>
                  <a:ext uri="{FF2B5EF4-FFF2-40B4-BE49-F238E27FC236}">
                    <a16:creationId xmlns:a16="http://schemas.microsoft.com/office/drawing/2014/main" id="{B2E5371C-069D-4B40-AC59-96EF0DAFDAC4}"/>
                  </a:ext>
                </a:extLst>
              </p:cNvPr>
              <p:cNvSpPr/>
              <p:nvPr/>
            </p:nvSpPr>
            <p:spPr>
              <a:xfrm>
                <a:off x="7981081" y="1831081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21E969EE-BA3E-4C5C-9730-05841FA4B7E2}"/>
                  </a:ext>
                </a:extLst>
              </p:cNvPr>
              <p:cNvSpPr/>
              <p:nvPr/>
            </p:nvSpPr>
            <p:spPr>
              <a:xfrm>
                <a:off x="7976203" y="3777138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0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0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E055C7A8-A374-428A-9BE3-DEE183B5BC39}"/>
                  </a:ext>
                </a:extLst>
              </p:cNvPr>
              <p:cNvSpPr/>
              <p:nvPr/>
            </p:nvSpPr>
            <p:spPr>
              <a:xfrm>
                <a:off x="7978379" y="50561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980E2E52-C826-4B80-B1A4-EF165478BC32}"/>
                  </a:ext>
                </a:extLst>
              </p:cNvPr>
              <p:cNvSpPr/>
              <p:nvPr/>
            </p:nvSpPr>
            <p:spPr>
              <a:xfrm>
                <a:off x="7976203" y="248435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94AD24C4-6F29-4547-8CCD-1924B387D323}"/>
                  </a:ext>
                </a:extLst>
              </p:cNvPr>
              <p:cNvSpPr/>
              <p:nvPr/>
            </p:nvSpPr>
            <p:spPr>
              <a:xfrm>
                <a:off x="7962195" y="3137625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Nikon </a:t>
                </a:r>
              </a:p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</a:p>
            </p:txBody>
          </p:sp>
          <p:sp>
            <p:nvSpPr>
              <p:cNvPr id="56" name="CustomShape 8">
                <a:extLst>
                  <a:ext uri="{FF2B5EF4-FFF2-40B4-BE49-F238E27FC236}">
                    <a16:creationId xmlns:a16="http://schemas.microsoft.com/office/drawing/2014/main" id="{786CFDC0-B554-4AE6-9E15-6FBE01A3C35D}"/>
                  </a:ext>
                </a:extLst>
              </p:cNvPr>
              <p:cNvSpPr/>
              <p:nvPr/>
            </p:nvSpPr>
            <p:spPr>
              <a:xfrm>
                <a:off x="7976203" y="117728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15" name="CustomShape 8">
              <a:extLst>
                <a:ext uri="{FF2B5EF4-FFF2-40B4-BE49-F238E27FC236}">
                  <a16:creationId xmlns:a16="http://schemas.microsoft.com/office/drawing/2014/main" id="{51DC56F3-820F-4E0B-A74D-69BE72723CB9}"/>
                </a:ext>
              </a:extLst>
            </p:cNvPr>
            <p:cNvSpPr/>
            <p:nvPr/>
          </p:nvSpPr>
          <p:spPr>
            <a:xfrm>
              <a:off x="9467314" y="5660596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8295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87288" y="5244360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023266" y="5320681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795239" y="5789442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022225" y="5789442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758020" y="5347415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782201" y="1106203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212852" y="916919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421685" y="91440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578825" y="382902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568385" y="551759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568385" y="463504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557618" y="259300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87287" y="6415218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421685" y="6427819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83584" y="1711223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557618" y="134808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871525" y="91440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871525" y="6427819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10041247" y="131564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10031151" y="1823832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10041247" y="300604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SDFM</a:t>
            </a:r>
          </a:p>
        </p:txBody>
      </p:sp>
      <p:sp>
        <p:nvSpPr>
          <p:cNvPr id="63" name="CustomShape 8">
            <a:extLst>
              <a:ext uri="{FF2B5EF4-FFF2-40B4-BE49-F238E27FC236}">
                <a16:creationId xmlns:a16="http://schemas.microsoft.com/office/drawing/2014/main" id="{7606A0F4-DCD2-4066-9BF4-874B6FC1A482}"/>
              </a:ext>
            </a:extLst>
          </p:cNvPr>
          <p:cNvSpPr/>
          <p:nvPr/>
        </p:nvSpPr>
        <p:spPr>
          <a:xfrm>
            <a:off x="10031151" y="240930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87288" y="3650569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8772962" y="4153246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B9B9C38B-2189-4BCB-BA18-0A4C8D7E9AC8}"/>
              </a:ext>
            </a:extLst>
          </p:cNvPr>
          <p:cNvSpPr/>
          <p:nvPr/>
        </p:nvSpPr>
        <p:spPr>
          <a:xfrm>
            <a:off x="10063810" y="3598710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64360DD5-025B-4378-8504-C84B4FA5AF28}"/>
              </a:ext>
            </a:extLst>
          </p:cNvPr>
          <p:cNvSpPr/>
          <p:nvPr/>
        </p:nvSpPr>
        <p:spPr>
          <a:xfrm>
            <a:off x="10086595" y="4176994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2A75533-C752-44D1-9C09-E3E3E9A8E712}"/>
              </a:ext>
            </a:extLst>
          </p:cNvPr>
          <p:cNvSpPr/>
          <p:nvPr/>
        </p:nvSpPr>
        <p:spPr>
          <a:xfrm>
            <a:off x="10072837" y="4722609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46" name="CustomShape 8">
            <a:extLst>
              <a:ext uri="{FF2B5EF4-FFF2-40B4-BE49-F238E27FC236}">
                <a16:creationId xmlns:a16="http://schemas.microsoft.com/office/drawing/2014/main" id="{F14C8740-1E3F-43F2-A90F-7AED10928173}"/>
              </a:ext>
            </a:extLst>
          </p:cNvPr>
          <p:cNvSpPr/>
          <p:nvPr/>
        </p:nvSpPr>
        <p:spPr>
          <a:xfrm>
            <a:off x="10063810" y="5300893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HSR/PRP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5A281F1F-1FED-41D1-9B89-8CD6235CB383}"/>
              </a:ext>
            </a:extLst>
          </p:cNvPr>
          <p:cNvSpPr/>
          <p:nvPr/>
        </p:nvSpPr>
        <p:spPr>
          <a:xfrm>
            <a:off x="10049159" y="5879177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758019" y="4382105"/>
            <a:ext cx="6945197" cy="538781"/>
            <a:chOff x="1759067" y="4578409"/>
            <a:chExt cx="6945197" cy="538781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9778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84" name="CustomShape 8">
              <a:extLst>
                <a:ext uri="{FF2B5EF4-FFF2-40B4-BE49-F238E27FC236}">
                  <a16:creationId xmlns:a16="http://schemas.microsoft.com/office/drawing/2014/main" id="{927F3F1C-CDA6-404F-9F41-5ABD383A430D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ENET LLD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D2CA552-C0EA-46FF-8CBA-00556992EAFF}"/>
              </a:ext>
            </a:extLst>
          </p:cNvPr>
          <p:cNvGrpSpPr/>
          <p:nvPr/>
        </p:nvGrpSpPr>
        <p:grpSpPr>
          <a:xfrm>
            <a:off x="1758019" y="3813520"/>
            <a:ext cx="6945197" cy="455152"/>
            <a:chOff x="1759065" y="4007382"/>
            <a:chExt cx="6945197" cy="455152"/>
          </a:xfrm>
        </p:grpSpPr>
        <p:sp>
          <p:nvSpPr>
            <p:cNvPr id="86" name="CustomShape 15">
              <a:extLst>
                <a:ext uri="{FF2B5EF4-FFF2-40B4-BE49-F238E27FC236}">
                  <a16:creationId xmlns:a16="http://schemas.microsoft.com/office/drawing/2014/main" id="{3A564F5B-DC40-45FF-8B10-DCCC5DE7D8E3}"/>
                </a:ext>
              </a:extLst>
            </p:cNvPr>
            <p:cNvSpPr/>
            <p:nvPr/>
          </p:nvSpPr>
          <p:spPr>
            <a:xfrm>
              <a:off x="1759065" y="401289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7" name="CustomShape 8">
              <a:extLst>
                <a:ext uri="{FF2B5EF4-FFF2-40B4-BE49-F238E27FC236}">
                  <a16:creationId xmlns:a16="http://schemas.microsoft.com/office/drawing/2014/main" id="{0D80E9EE-F48E-49CE-A252-6C1DF74C2602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88" name="CustomShape 8">
              <a:extLst>
                <a:ext uri="{FF2B5EF4-FFF2-40B4-BE49-F238E27FC236}">
                  <a16:creationId xmlns:a16="http://schemas.microsoft.com/office/drawing/2014/main" id="{E13D227E-6029-4DC5-B0BB-68D71B8D2ED7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89" name="CustomShape 8">
              <a:extLst>
                <a:ext uri="{FF2B5EF4-FFF2-40B4-BE49-F238E27FC236}">
                  <a16:creationId xmlns:a16="http://schemas.microsoft.com/office/drawing/2014/main" id="{600E2B4F-6469-45BF-BFB9-99C8C3A42261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 FW HAL</a:t>
              </a:r>
            </a:p>
          </p:txBody>
        </p:sp>
        <p:sp>
          <p:nvSpPr>
            <p:cNvPr id="90" name="CustomShape 8">
              <a:extLst>
                <a:ext uri="{FF2B5EF4-FFF2-40B4-BE49-F238E27FC236}">
                  <a16:creationId xmlns:a16="http://schemas.microsoft.com/office/drawing/2014/main" id="{51B6AC0E-4960-4B0D-A32D-2DE55843B9E2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 FW HAL</a:t>
              </a:r>
            </a:p>
          </p:txBody>
        </p:sp>
        <p:sp>
          <p:nvSpPr>
            <p:cNvPr id="91" name="CustomShape 8">
              <a:extLst>
                <a:ext uri="{FF2B5EF4-FFF2-40B4-BE49-F238E27FC236}">
                  <a16:creationId xmlns:a16="http://schemas.microsoft.com/office/drawing/2014/main" id="{14161222-74A9-4F70-807B-78DD69EEE3D1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ICSS EMAC</a:t>
              </a:r>
            </a:p>
          </p:txBody>
        </p: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212852" y="2567607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10235" y="276561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5951822" y="2760102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716899" y="276010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92310" y="2765614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359740" y="2770086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059735" y="2743615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D7E9940-E88B-4DF5-8A05-B042DA614BE4}"/>
              </a:ext>
            </a:extLst>
          </p:cNvPr>
          <p:cNvGrpSpPr/>
          <p:nvPr/>
        </p:nvGrpSpPr>
        <p:grpSpPr>
          <a:xfrm>
            <a:off x="2978565" y="1652365"/>
            <a:ext cx="5773454" cy="538781"/>
            <a:chOff x="2930810" y="4578409"/>
            <a:chExt cx="5773454" cy="538781"/>
          </a:xfrm>
        </p:grpSpPr>
        <p:sp>
          <p:nvSpPr>
            <p:cNvPr id="128" name="CustomShape 24">
              <a:extLst>
                <a:ext uri="{FF2B5EF4-FFF2-40B4-BE49-F238E27FC236}">
                  <a16:creationId xmlns:a16="http://schemas.microsoft.com/office/drawing/2014/main" id="{FEA79133-1A9F-46F4-904E-48CA29EEAD64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" name="CustomShape 8">
              <a:extLst>
                <a:ext uri="{FF2B5EF4-FFF2-40B4-BE49-F238E27FC236}">
                  <a16:creationId xmlns:a16="http://schemas.microsoft.com/office/drawing/2014/main" id="{734FC023-5DA4-4516-B9FA-63B9819EBE4C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133" name="CustomShape 24">
              <a:extLst>
                <a:ext uri="{FF2B5EF4-FFF2-40B4-BE49-F238E27FC236}">
                  <a16:creationId xmlns:a16="http://schemas.microsoft.com/office/drawing/2014/main" id="{572277B0-1A53-4660-BDEE-391E11761B67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</a:rPr>
                <a:t>HSR/PRP</a:t>
              </a:r>
            </a:p>
          </p:txBody>
        </p:sp>
        <p:sp>
          <p:nvSpPr>
            <p:cNvPr id="134" name="CustomShape 8">
              <a:extLst>
                <a:ext uri="{FF2B5EF4-FFF2-40B4-BE49-F238E27FC236}">
                  <a16:creationId xmlns:a16="http://schemas.microsoft.com/office/drawing/2014/main" id="{D9DC5E4D-88D1-42F8-8264-441BF9E70E97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135" name="CustomShape 8">
              <a:extLst>
                <a:ext uri="{FF2B5EF4-FFF2-40B4-BE49-F238E27FC236}">
                  <a16:creationId xmlns:a16="http://schemas.microsoft.com/office/drawing/2014/main" id="{746BFA3E-1D89-4036-BC56-5D175FE0508B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latin typeface="Arial"/>
                </a:rPr>
                <a:t>ENET ICSSG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C6F2813-0C60-416A-B833-399E76FFC3E0}"/>
              </a:ext>
            </a:extLst>
          </p:cNvPr>
          <p:cNvGrpSpPr/>
          <p:nvPr/>
        </p:nvGrpSpPr>
        <p:grpSpPr>
          <a:xfrm>
            <a:off x="2988897" y="1083780"/>
            <a:ext cx="5763122" cy="455152"/>
            <a:chOff x="2941140" y="4007382"/>
            <a:chExt cx="5763122" cy="455152"/>
          </a:xfrm>
        </p:grpSpPr>
        <p:sp>
          <p:nvSpPr>
            <p:cNvPr id="139" name="CustomShape 8">
              <a:extLst>
                <a:ext uri="{FF2B5EF4-FFF2-40B4-BE49-F238E27FC236}">
                  <a16:creationId xmlns:a16="http://schemas.microsoft.com/office/drawing/2014/main" id="{CAA8C7CB-63A7-4653-A01F-117EC1A07963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140" name="CustomShape 8">
              <a:extLst>
                <a:ext uri="{FF2B5EF4-FFF2-40B4-BE49-F238E27FC236}">
                  <a16:creationId xmlns:a16="http://schemas.microsoft.com/office/drawing/2014/main" id="{D6ED9DFE-9A05-46E1-BA74-B92F982665D1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141" name="CustomShape 8">
              <a:extLst>
                <a:ext uri="{FF2B5EF4-FFF2-40B4-BE49-F238E27FC236}">
                  <a16:creationId xmlns:a16="http://schemas.microsoft.com/office/drawing/2014/main" id="{407A7F7D-4E0E-4FC8-BB37-76988E47DABA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143" name="CustomShape 8">
              <a:extLst>
                <a:ext uri="{FF2B5EF4-FFF2-40B4-BE49-F238E27FC236}">
                  <a16:creationId xmlns:a16="http://schemas.microsoft.com/office/drawing/2014/main" id="{AAC5AF2A-84B7-43F3-A5CE-ADD5098DED6B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</p:grpSp>
      <p:sp>
        <p:nvSpPr>
          <p:cNvPr id="144" name="CustomShape 15">
            <a:extLst>
              <a:ext uri="{FF2B5EF4-FFF2-40B4-BE49-F238E27FC236}">
                <a16:creationId xmlns:a16="http://schemas.microsoft.com/office/drawing/2014/main" id="{299AB4A1-1ECC-4566-97EE-42078E96CD6C}"/>
              </a:ext>
            </a:extLst>
          </p:cNvPr>
          <p:cNvSpPr/>
          <p:nvPr/>
        </p:nvSpPr>
        <p:spPr>
          <a:xfrm>
            <a:off x="8798527" y="1414111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CustomShape 7">
            <a:extLst>
              <a:ext uri="{FF2B5EF4-FFF2-40B4-BE49-F238E27FC236}">
                <a16:creationId xmlns:a16="http://schemas.microsoft.com/office/drawing/2014/main" id="{BB3FA86B-6B57-4998-BC85-CE99B344458F}"/>
              </a:ext>
            </a:extLst>
          </p:cNvPr>
          <p:cNvSpPr/>
          <p:nvPr/>
        </p:nvSpPr>
        <p:spPr>
          <a:xfrm>
            <a:off x="3490233" y="7053205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70" name="CustomShape 15">
            <a:extLst>
              <a:ext uri="{FF2B5EF4-FFF2-40B4-BE49-F238E27FC236}">
                <a16:creationId xmlns:a16="http://schemas.microsoft.com/office/drawing/2014/main" id="{E530FBC4-6900-4127-8B65-D2216E344D47}"/>
              </a:ext>
            </a:extLst>
          </p:cNvPr>
          <p:cNvSpPr/>
          <p:nvPr/>
        </p:nvSpPr>
        <p:spPr>
          <a:xfrm>
            <a:off x="8435612" y="7053205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2" name="CustomShape 15">
            <a:extLst>
              <a:ext uri="{FF2B5EF4-FFF2-40B4-BE49-F238E27FC236}">
                <a16:creationId xmlns:a16="http://schemas.microsoft.com/office/drawing/2014/main" id="{E6619F07-76DD-41B9-B007-F8430F73E224}"/>
              </a:ext>
            </a:extLst>
          </p:cNvPr>
          <p:cNvSpPr/>
          <p:nvPr/>
        </p:nvSpPr>
        <p:spPr>
          <a:xfrm>
            <a:off x="5901793" y="7039408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</p:spTree>
    <p:extLst>
      <p:ext uri="{BB962C8B-B14F-4D97-AF65-F5344CB8AC3E}">
        <p14:creationId xmlns:p14="http://schemas.microsoft.com/office/powerpoint/2010/main" val="957242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3A0F9E4-27E3-4635-AA9C-771DC0339932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1EE412-EA5D-44E4-A4DB-35EEA3DCCF0F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2BD7B3-BC9F-44EF-9E85-400FA10D1575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FC42128-0E83-4C51-9F9B-2F3ACE595749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94CC912-E49B-4A6E-9064-840A8A09749D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D9EBEE-936F-42EA-98AF-C31863A7FA8D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1AFDEDD-2BE2-4FA7-9ECC-D8D7E3F3E4BA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86B4ECD-7886-4851-B61C-478471DF8B68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961F2-DB9E-4A69-81BC-22C1AA665118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90879E4-7BAD-4097-BD75-952D0D1FA397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93E4C6B-273B-4B7E-B3B4-A82385ECEEDF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261FCBA-BF90-4821-BEE0-C18D8B536D2D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129CE7-45CA-40A9-9E09-51A51F0ED3F8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A6029E-859D-4440-A726-74EBF17748CF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01322BA-6C7C-485D-A7A6-2545417D68DA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50786EA-161D-439A-923D-01752AFFB35A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0D0AF8-BDB9-4160-B36F-F47545FDE958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3F363F-8BBB-436C-A11F-35FEE348B391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F7CB5AE-0B76-474E-9E26-0484B942AE2B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5DAA941-7F7D-46E5-AF91-8FE745B607D5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FFD4518-97ED-4320-95F8-4CA157F59A7F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B9A06AF-48FF-4241-BD8E-6A6B0D588FA1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44AB1B13-F3DA-4225-B1BB-327EBF3707AA}"/>
                  </a:ext>
                </a:extLst>
              </p:cNvPr>
              <p:cNvCxnSpPr>
                <a:stCxn id="5" idx="6"/>
                <a:endCxn id="11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9A0436B0-474A-45C4-BF99-80B3E48E882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25BAF95-62F8-4402-B221-6CE70C88AD2E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D2EFE4E-F8CC-4BC5-9080-906D21E75616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08E56BA-960E-444C-A2CD-0BA8446020A1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3E5EC68-57F7-4D2A-AD3C-0C75C0A8AE43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D90B44CC-5FEE-49FA-ADE8-5617458FBD92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46A39EC-FD78-43B3-A0EC-1F48B77F7D5A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6CE95B6-3952-4CD2-8AA6-3FDA34A73D5B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80DCBD2D-D410-4680-AC23-8D318D379B9F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0C84CFB-D164-4A29-83D3-886EA3467BF6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E105BC9-2A65-42CD-B710-A43BAC7FB353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3" name="Connector: Curved 42">
                <a:extLst>
                  <a:ext uri="{FF2B5EF4-FFF2-40B4-BE49-F238E27FC236}">
                    <a16:creationId xmlns:a16="http://schemas.microsoft.com/office/drawing/2014/main" id="{D22D98F0-FF36-4499-82AB-0F66CE3DEF31}"/>
                  </a:ext>
                </a:extLst>
              </p:cNvPr>
              <p:cNvCxnSpPr>
                <a:stCxn id="8" idx="1"/>
                <a:endCxn id="5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nector: Curved 44">
                <a:extLst>
                  <a:ext uri="{FF2B5EF4-FFF2-40B4-BE49-F238E27FC236}">
                    <a16:creationId xmlns:a16="http://schemas.microsoft.com/office/drawing/2014/main" id="{32444198-6880-406C-8CD1-10493F159DE9}"/>
                  </a:ext>
                </a:extLst>
              </p:cNvPr>
              <p:cNvCxnSpPr>
                <a:cxnSpLocks/>
                <a:stCxn id="12" idx="1"/>
                <a:endCxn id="5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E7907EC-D030-430F-8CFF-5DB2B33B70C8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52" name="Connector: Curved 51">
                <a:extLst>
                  <a:ext uri="{FF2B5EF4-FFF2-40B4-BE49-F238E27FC236}">
                    <a16:creationId xmlns:a16="http://schemas.microsoft.com/office/drawing/2014/main" id="{9799F668-8A01-4CF5-9AFB-7C7800EEF99C}"/>
                  </a:ext>
                </a:extLst>
              </p:cNvPr>
              <p:cNvCxnSpPr>
                <a:stCxn id="16" idx="1"/>
                <a:endCxn id="15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BDE92BA-9EC0-4316-A091-4A99EA87EEF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2" name="Left Brace 1">
                <a:extLst>
                  <a:ext uri="{FF2B5EF4-FFF2-40B4-BE49-F238E27FC236}">
                    <a16:creationId xmlns:a16="http://schemas.microsoft.com/office/drawing/2014/main" id="{B38D6E13-8DF2-4958-A4C3-8FCE9D841017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" name="Connector: Curved 3">
                <a:extLst>
                  <a:ext uri="{FF2B5EF4-FFF2-40B4-BE49-F238E27FC236}">
                    <a16:creationId xmlns:a16="http://schemas.microsoft.com/office/drawing/2014/main" id="{B5C60F33-2640-4947-8BA4-121FE6FB53C3}"/>
                  </a:ext>
                </a:extLst>
              </p:cNvPr>
              <p:cNvCxnSpPr>
                <a:stCxn id="12" idx="5"/>
                <a:endCxn id="12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Curved 28">
                <a:extLst>
                  <a:ext uri="{FF2B5EF4-FFF2-40B4-BE49-F238E27FC236}">
                    <a16:creationId xmlns:a16="http://schemas.microsoft.com/office/drawing/2014/main" id="{3C9E206B-408D-4AFC-8D2B-89B917FB8191}"/>
                  </a:ext>
                </a:extLst>
              </p:cNvPr>
              <p:cNvCxnSpPr>
                <a:stCxn id="14" idx="5"/>
                <a:endCxn id="14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3517B57-164B-4E1C-9DF3-2F4F2334E0FD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B9B9D8-FDAF-4976-8C2A-DF4A8AC2DB9E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ED925D7-3963-478D-ACF6-7B9CD378F3E3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E12E829-81AF-488E-AD8F-4698353ABE89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A900439-371D-4283-8EBA-2B9E1F0D8C45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EC4178-327A-47FB-893B-B053BDF7C369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35" name="Title 34">
            <a:extLst>
              <a:ext uri="{FF2B5EF4-FFF2-40B4-BE49-F238E27FC236}">
                <a16:creationId xmlns:a16="http://schemas.microsoft.com/office/drawing/2014/main" id="{026C72EB-A5B7-4F89-9DA7-C2E3ACCB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691109"/>
          </a:xfrm>
        </p:spPr>
        <p:txBody>
          <a:bodyPr/>
          <a:lstStyle/>
          <a:p>
            <a:r>
              <a:rPr lang="en-US" dirty="0">
                <a:solidFill>
                  <a:srgbClr val="DE0000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2536151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K3-Template</Template>
  <TotalTime>11830</TotalTime>
  <Words>857</Words>
  <Application>Microsoft Office PowerPoint</Application>
  <PresentationFormat>Custom</PresentationFormat>
  <Paragraphs>384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DejaVu Sans</vt:lpstr>
      <vt:lpstr>Symbol</vt:lpstr>
      <vt:lpstr>Wingdings</vt:lpstr>
      <vt:lpstr>Office Theme</vt:lpstr>
      <vt:lpstr>Motor Control SDK | Component Mapping for AM243x</vt:lpstr>
      <vt:lpstr>Motor Control SDK | Component Mapping for AM263x</vt:lpstr>
      <vt:lpstr>Motor Control SDK | Component Mapping for AM263Px</vt:lpstr>
      <vt:lpstr>Motor Control SDK | Component Mapping for AM261x</vt:lpstr>
      <vt:lpstr>Motor Control SDK | Component Mapping for AM64x</vt:lpstr>
      <vt:lpstr>HDSL State Machine</vt:lpstr>
    </vt:vector>
  </TitlesOfParts>
  <Company>Texas Instruments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K3 UDMA</dc:title>
  <dc:subject/>
  <dc:creator>Chitnis, Kedar</dc:creator>
  <cp:keywords>Keystone 3</cp:keywords>
  <dc:description/>
  <cp:lastModifiedBy>Khandla, Dhaval</cp:lastModifiedBy>
  <cp:revision>2272</cp:revision>
  <dcterms:created xsi:type="dcterms:W3CDTF">2016-05-17T23:12:28Z</dcterms:created>
  <dcterms:modified xsi:type="dcterms:W3CDTF">2025-07-17T07:59:53Z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0x010100EDF39002100AED4881FF84EF59C3C9C1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Custom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52</vt:i4>
  </property>
  <property fmtid="{D5CDD505-2E9C-101B-9397-08002B2CF9AE}" pid="12" name="category">
    <vt:lpwstr>K3</vt:lpwstr>
  </property>
</Properties>
</file>