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84" r:id="rId2"/>
    <p:sldId id="287" r:id="rId3"/>
    <p:sldId id="290" r:id="rId4"/>
    <p:sldId id="288" r:id="rId5"/>
    <p:sldId id="289" r:id="rId6"/>
  </p:sldIdLst>
  <p:sldSz cx="14630400" cy="82296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0000"/>
    <a:srgbClr val="EF8383"/>
    <a:srgbClr val="F4AFAF"/>
    <a:srgbClr val="92D050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8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6" y="1258172"/>
            <a:ext cx="13548360" cy="5935118"/>
          </a:xfrm>
        </p:spPr>
        <p:txBody>
          <a:bodyPr/>
          <a:lstStyle>
            <a:lvl1pPr>
              <a:spcBef>
                <a:spcPts val="1067"/>
              </a:spcBef>
              <a:defRPr/>
            </a:lvl1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8870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stomShape 1"/>
          <p:cNvSpPr/>
          <p:nvPr/>
        </p:nvSpPr>
        <p:spPr>
          <a:xfrm>
            <a:off x="0" y="7589520"/>
            <a:ext cx="140846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" name="CustomShape 2"/>
          <p:cNvSpPr/>
          <p:nvPr/>
        </p:nvSpPr>
        <p:spPr>
          <a:xfrm>
            <a:off x="66960" y="7589520"/>
            <a:ext cx="139820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" name="Group 3"/>
          <p:cNvGrpSpPr/>
          <p:nvPr/>
        </p:nvGrpSpPr>
        <p:grpSpPr>
          <a:xfrm>
            <a:off x="-30240" y="7589520"/>
            <a:ext cx="14079600" cy="619560"/>
            <a:chOff x="-30240" y="7589520"/>
            <a:chExt cx="14079600" cy="619560"/>
          </a:xfrm>
        </p:grpSpPr>
        <p:sp>
          <p:nvSpPr>
            <p:cNvPr id="3" name="CustomShape 4"/>
            <p:cNvSpPr/>
            <p:nvPr/>
          </p:nvSpPr>
          <p:spPr>
            <a:xfrm>
              <a:off x="-30240" y="7589520"/>
              <a:ext cx="14079600" cy="619560"/>
            </a:xfrm>
            <a:prstGeom prst="rect">
              <a:avLst/>
            </a:prstGeom>
            <a:solidFill>
              <a:schemeClr val="bg1"/>
            </a:solidFill>
            <a:ln w="9360">
              <a:solidFill>
                <a:srgbClr val="AAAAA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pic>
          <p:nvPicPr>
            <p:cNvPr id="4" name="Picture 27"/>
            <p:cNvPicPr/>
            <p:nvPr/>
          </p:nvPicPr>
          <p:blipFill>
            <a:blip r:embed="rId15"/>
            <a:stretch/>
          </p:blipFill>
          <p:spPr>
            <a:xfrm>
              <a:off x="11394000" y="7748280"/>
              <a:ext cx="2490480" cy="306720"/>
            </a:xfrm>
            <a:prstGeom prst="rect">
              <a:avLst/>
            </a:prstGeom>
            <a:ln w="9360">
              <a:noFill/>
            </a:ln>
          </p:spPr>
        </p:pic>
      </p:grpSp>
      <p:sp>
        <p:nvSpPr>
          <p:cNvPr id="5" name="CustomShape 5"/>
          <p:cNvSpPr/>
          <p:nvPr/>
        </p:nvSpPr>
        <p:spPr>
          <a:xfrm>
            <a:off x="718200" y="7751160"/>
            <a:ext cx="3376080" cy="28764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60840" rIns="122040" bIns="60840" anchor="t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TI Confidential – NDA Restrictions</a:t>
            </a:r>
            <a:endParaRPr lang="en-IN" sz="1100" b="0" strike="noStrike" spc="-1" dirty="0"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IN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AM243x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345276" y="5046056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81254" y="5122377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953227" y="5591138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80213" y="5591138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916008" y="5149111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370840" y="718615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579673" y="716096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736813" y="3630716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726373" y="5319293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726373" y="4436736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715606" y="2394700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345275" y="6216914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579673" y="6229515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715606" y="114978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648221" y="6854901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10029513" y="716096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10029513" y="6229515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8593600" y="6854901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345276" y="3452265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6059781" y="6841104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630496" y="4171718"/>
            <a:ext cx="7041048" cy="492498"/>
            <a:chOff x="1759067" y="4566326"/>
            <a:chExt cx="6758649" cy="492498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564538" y="4566326"/>
              <a:ext cx="953178" cy="46702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454849" y="4566326"/>
              <a:ext cx="958527" cy="46671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4172787" y="4588026"/>
              <a:ext cx="1062871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2944530" y="4609184"/>
              <a:ext cx="109350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5F2801C-B193-46B0-BB28-16403517B3DC}"/>
              </a:ext>
            </a:extLst>
          </p:cNvPr>
          <p:cNvGrpSpPr/>
          <p:nvPr/>
        </p:nvGrpSpPr>
        <p:grpSpPr>
          <a:xfrm>
            <a:off x="1593577" y="3614306"/>
            <a:ext cx="8187853" cy="472312"/>
            <a:chOff x="1758019" y="3813520"/>
            <a:chExt cx="7904213" cy="472312"/>
          </a:xfrm>
        </p:grpSpPr>
        <p:sp>
          <p:nvSpPr>
            <p:cNvPr id="83" name="CustomShape 15">
              <a:extLst>
                <a:ext uri="{FF2B5EF4-FFF2-40B4-BE49-F238E27FC236}">
                  <a16:creationId xmlns:a16="http://schemas.microsoft.com/office/drawing/2014/main" id="{2B3E019C-8EF4-444D-8BD9-35787B4CE89D}"/>
                </a:ext>
              </a:extLst>
            </p:cNvPr>
            <p:cNvSpPr/>
            <p:nvPr/>
          </p:nvSpPr>
          <p:spPr>
            <a:xfrm>
              <a:off x="8709054" y="3819287"/>
              <a:ext cx="953178" cy="44397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D2CA552-C0EA-46FF-8CBA-00556992EAFF}"/>
                </a:ext>
              </a:extLst>
            </p:cNvPr>
            <p:cNvGrpSpPr/>
            <p:nvPr/>
          </p:nvGrpSpPr>
          <p:grpSpPr>
            <a:xfrm>
              <a:off x="1758019" y="3813520"/>
              <a:ext cx="5959354" cy="472312"/>
              <a:chOff x="1759065" y="4007382"/>
              <a:chExt cx="5959354" cy="472312"/>
            </a:xfrm>
          </p:grpSpPr>
          <p:sp>
            <p:nvSpPr>
              <p:cNvPr id="86" name="CustomShape 15">
                <a:extLst>
                  <a:ext uri="{FF2B5EF4-FFF2-40B4-BE49-F238E27FC236}">
                    <a16:creationId xmlns:a16="http://schemas.microsoft.com/office/drawing/2014/main" id="{3A564F5B-DC40-45FF-8B10-DCCC5DE7D8E3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87" name="CustomShape 8">
                <a:extLst>
                  <a:ext uri="{FF2B5EF4-FFF2-40B4-BE49-F238E27FC236}">
                    <a16:creationId xmlns:a16="http://schemas.microsoft.com/office/drawing/2014/main" id="{0D80E9EE-F48E-49CE-A252-6C1DF74C2602}"/>
                  </a:ext>
                </a:extLst>
              </p:cNvPr>
              <p:cNvSpPr/>
              <p:nvPr/>
            </p:nvSpPr>
            <p:spPr>
              <a:xfrm>
                <a:off x="6960689" y="4007382"/>
                <a:ext cx="757730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88" name="CustomShape 8">
                <a:extLst>
                  <a:ext uri="{FF2B5EF4-FFF2-40B4-BE49-F238E27FC236}">
                    <a16:creationId xmlns:a16="http://schemas.microsoft.com/office/drawing/2014/main" id="{E13D227E-6029-4DC5-B0BB-68D71B8D2ED7}"/>
                  </a:ext>
                </a:extLst>
              </p:cNvPr>
              <p:cNvSpPr/>
              <p:nvPr/>
            </p:nvSpPr>
            <p:spPr>
              <a:xfrm>
                <a:off x="5971362" y="4007382"/>
                <a:ext cx="873934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89" name="CustomShape 8">
                <a:extLst>
                  <a:ext uri="{FF2B5EF4-FFF2-40B4-BE49-F238E27FC236}">
                    <a16:creationId xmlns:a16="http://schemas.microsoft.com/office/drawing/2014/main" id="{600E2B4F-6469-45BF-BFB9-99C8C3A42261}"/>
                  </a:ext>
                </a:extLst>
              </p:cNvPr>
              <p:cNvSpPr/>
              <p:nvPr/>
            </p:nvSpPr>
            <p:spPr>
              <a:xfrm>
                <a:off x="4891065" y="4007382"/>
                <a:ext cx="971585" cy="472312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90" name="CustomShape 8">
                <a:extLst>
                  <a:ext uri="{FF2B5EF4-FFF2-40B4-BE49-F238E27FC236}">
                    <a16:creationId xmlns:a16="http://schemas.microsoft.com/office/drawing/2014/main" id="{51B6AC0E-4960-4B0D-A32D-2DE55843B9E2}"/>
                  </a:ext>
                </a:extLst>
              </p:cNvPr>
              <p:cNvSpPr/>
              <p:nvPr/>
            </p:nvSpPr>
            <p:spPr>
              <a:xfrm>
                <a:off x="3740734" y="4007382"/>
                <a:ext cx="1069926" cy="457573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91" name="CustomShape 8">
                <a:extLst>
                  <a:ext uri="{FF2B5EF4-FFF2-40B4-BE49-F238E27FC236}">
                    <a16:creationId xmlns:a16="http://schemas.microsoft.com/office/drawing/2014/main" id="{14161222-74A9-4F70-807B-78DD69EEE3D1}"/>
                  </a:ext>
                </a:extLst>
              </p:cNvPr>
              <p:cNvSpPr/>
              <p:nvPr/>
            </p:nvSpPr>
            <p:spPr>
              <a:xfrm>
                <a:off x="2864055" y="4010342"/>
                <a:ext cx="765753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EMAC</a:t>
                </a:r>
              </a:p>
            </p:txBody>
          </p:sp>
        </p:grp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370840" y="2369303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468223" y="2567309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6109810" y="2561798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874887" y="2561798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50298" y="2567310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517728" y="257178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217723" y="2545311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616AF95-4175-4D0B-B125-13F5A29DD4D6}"/>
              </a:ext>
            </a:extLst>
          </p:cNvPr>
          <p:cNvGrpSpPr/>
          <p:nvPr/>
        </p:nvGrpSpPr>
        <p:grpSpPr>
          <a:xfrm>
            <a:off x="1781474" y="856156"/>
            <a:ext cx="7876405" cy="473362"/>
            <a:chOff x="1782201" y="1099400"/>
            <a:chExt cx="7876405" cy="473362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782201" y="1106203"/>
              <a:ext cx="893325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5C6F2813-0C60-416A-B833-399E76FFC3E0}"/>
                </a:ext>
              </a:extLst>
            </p:cNvPr>
            <p:cNvGrpSpPr/>
            <p:nvPr/>
          </p:nvGrpSpPr>
          <p:grpSpPr>
            <a:xfrm>
              <a:off x="2795755" y="1099400"/>
              <a:ext cx="5052424" cy="473362"/>
              <a:chOff x="2747998" y="4023002"/>
              <a:chExt cx="5052424" cy="473362"/>
            </a:xfrm>
          </p:grpSpPr>
          <p:sp>
            <p:nvSpPr>
              <p:cNvPr id="139" name="CustomShape 8">
                <a:extLst>
                  <a:ext uri="{FF2B5EF4-FFF2-40B4-BE49-F238E27FC236}">
                    <a16:creationId xmlns:a16="http://schemas.microsoft.com/office/drawing/2014/main" id="{CAA8C7CB-63A7-4653-A01F-117EC1A07963}"/>
                  </a:ext>
                </a:extLst>
              </p:cNvPr>
              <p:cNvSpPr/>
              <p:nvPr/>
            </p:nvSpPr>
            <p:spPr>
              <a:xfrm>
                <a:off x="7145995" y="4034604"/>
                <a:ext cx="654427" cy="46176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140" name="CustomShape 8">
                <a:extLst>
                  <a:ext uri="{FF2B5EF4-FFF2-40B4-BE49-F238E27FC236}">
                    <a16:creationId xmlns:a16="http://schemas.microsoft.com/office/drawing/2014/main" id="{D6ED9DFE-9A05-46E1-BA74-B92F982665D1}"/>
                  </a:ext>
                </a:extLst>
              </p:cNvPr>
              <p:cNvSpPr/>
              <p:nvPr/>
            </p:nvSpPr>
            <p:spPr>
              <a:xfrm>
                <a:off x="6132441" y="4036410"/>
                <a:ext cx="893325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141" name="CustomShape 8">
                <a:extLst>
                  <a:ext uri="{FF2B5EF4-FFF2-40B4-BE49-F238E27FC236}">
                    <a16:creationId xmlns:a16="http://schemas.microsoft.com/office/drawing/2014/main" id="{407A7F7D-4E0E-4FC8-BB37-76988E47DABA}"/>
                  </a:ext>
                </a:extLst>
              </p:cNvPr>
              <p:cNvSpPr/>
              <p:nvPr/>
            </p:nvSpPr>
            <p:spPr>
              <a:xfrm>
                <a:off x="3761552" y="4046712"/>
                <a:ext cx="97158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142" name="CustomShape 8">
                <a:extLst>
                  <a:ext uri="{FF2B5EF4-FFF2-40B4-BE49-F238E27FC236}">
                    <a16:creationId xmlns:a16="http://schemas.microsoft.com/office/drawing/2014/main" id="{84F12E88-D8B0-41DD-AAA0-7C765BE9231D}"/>
                  </a:ext>
                </a:extLst>
              </p:cNvPr>
              <p:cNvSpPr/>
              <p:nvPr/>
            </p:nvSpPr>
            <p:spPr>
              <a:xfrm>
                <a:off x="2747998" y="4023002"/>
                <a:ext cx="893325" cy="463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143" name="CustomShape 8">
                <a:extLst>
                  <a:ext uri="{FF2B5EF4-FFF2-40B4-BE49-F238E27FC236}">
                    <a16:creationId xmlns:a16="http://schemas.microsoft.com/office/drawing/2014/main" id="{AAC5AF2A-84B7-43F3-A5CE-ADD5098DED6B}"/>
                  </a:ext>
                </a:extLst>
              </p:cNvPr>
              <p:cNvSpPr/>
              <p:nvPr/>
            </p:nvSpPr>
            <p:spPr>
              <a:xfrm>
                <a:off x="4853367" y="4042673"/>
                <a:ext cx="115884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EtherCAT IOLINK </a:t>
                </a:r>
              </a:p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Gateway</a:t>
                </a:r>
              </a:p>
            </p:txBody>
          </p:sp>
        </p:grpSp>
        <p:sp>
          <p:nvSpPr>
            <p:cNvPr id="144" name="CustomShape 15">
              <a:extLst>
                <a:ext uri="{FF2B5EF4-FFF2-40B4-BE49-F238E27FC236}">
                  <a16:creationId xmlns:a16="http://schemas.microsoft.com/office/drawing/2014/main" id="{299AB4A1-1ECC-4566-97EE-42078E96CD6C}"/>
                </a:ext>
              </a:extLst>
            </p:cNvPr>
            <p:cNvSpPr/>
            <p:nvPr/>
          </p:nvSpPr>
          <p:spPr>
            <a:xfrm>
              <a:off x="8873684" y="1112808"/>
              <a:ext cx="784922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B900A51-94B6-48C5-8EF8-785DB9FC7677}"/>
              </a:ext>
            </a:extLst>
          </p:cNvPr>
          <p:cNvGrpSpPr/>
          <p:nvPr/>
        </p:nvGrpSpPr>
        <p:grpSpPr>
          <a:xfrm>
            <a:off x="1784192" y="1482981"/>
            <a:ext cx="6978802" cy="485802"/>
            <a:chOff x="1566351" y="1638588"/>
            <a:chExt cx="6978802" cy="4858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0B00C2-16C0-4BB0-A299-1CA2AC879EDA}"/>
                </a:ext>
              </a:extLst>
            </p:cNvPr>
            <p:cNvGrpSpPr/>
            <p:nvPr/>
          </p:nvGrpSpPr>
          <p:grpSpPr>
            <a:xfrm>
              <a:off x="1566351" y="1650478"/>
              <a:ext cx="6073652" cy="473912"/>
              <a:chOff x="1783584" y="1740251"/>
              <a:chExt cx="6073652" cy="473912"/>
            </a:xfrm>
          </p:grpSpPr>
          <p:sp>
            <p:nvSpPr>
              <p:cNvPr id="113" name="CustomShape 24">
                <a:extLst>
                  <a:ext uri="{FF2B5EF4-FFF2-40B4-BE49-F238E27FC236}">
                    <a16:creationId xmlns:a16="http://schemas.microsoft.com/office/drawing/2014/main" id="{F7FC4F91-0E6E-4B6E-BF07-BC51B5C929A5}"/>
                  </a:ext>
                </a:extLst>
              </p:cNvPr>
              <p:cNvSpPr/>
              <p:nvPr/>
            </p:nvSpPr>
            <p:spPr>
              <a:xfrm>
                <a:off x="1783584" y="1752675"/>
                <a:ext cx="893325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Demos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CD7E9940-E88B-4DF5-8A05-B042DA614BE4}"/>
                  </a:ext>
                </a:extLst>
              </p:cNvPr>
              <p:cNvGrpSpPr/>
              <p:nvPr/>
            </p:nvGrpSpPr>
            <p:grpSpPr>
              <a:xfrm>
                <a:off x="2808749" y="1743054"/>
                <a:ext cx="4273830" cy="471109"/>
                <a:chOff x="2760994" y="4586880"/>
                <a:chExt cx="4273830" cy="557554"/>
              </a:xfrm>
            </p:grpSpPr>
            <p:sp>
              <p:nvSpPr>
                <p:cNvPr id="128" name="CustomShape 24">
                  <a:extLst>
                    <a:ext uri="{FF2B5EF4-FFF2-40B4-BE49-F238E27FC236}">
                      <a16:creationId xmlns:a16="http://schemas.microsoft.com/office/drawing/2014/main" id="{FEA79133-1A9F-46F4-904E-48CA29EEAD64}"/>
                    </a:ext>
                  </a:extLst>
                </p:cNvPr>
                <p:cNvSpPr/>
                <p:nvPr/>
              </p:nvSpPr>
              <p:spPr>
                <a:xfrm>
                  <a:off x="6141508" y="4586880"/>
                  <a:ext cx="893316" cy="557554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8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8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129" name="CustomShape 8">
                  <a:extLst>
                    <a:ext uri="{FF2B5EF4-FFF2-40B4-BE49-F238E27FC236}">
                      <a16:creationId xmlns:a16="http://schemas.microsoft.com/office/drawing/2014/main" id="{734FC023-5DA4-4516-B9FA-63B9819EBE4C}"/>
                    </a:ext>
                  </a:extLst>
                </p:cNvPr>
                <p:cNvSpPr/>
                <p:nvPr/>
              </p:nvSpPr>
              <p:spPr>
                <a:xfrm>
                  <a:off x="4866354" y="4603290"/>
                  <a:ext cx="1175067" cy="539181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Dual-Servo Motor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Drive Reference 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Design</a:t>
                  </a:r>
                </a:p>
              </p:txBody>
            </p:sp>
            <p:sp>
              <p:nvSpPr>
                <p:cNvPr id="133" name="CustomShape 24">
                  <a:extLst>
                    <a:ext uri="{FF2B5EF4-FFF2-40B4-BE49-F238E27FC236}">
                      <a16:creationId xmlns:a16="http://schemas.microsoft.com/office/drawing/2014/main" id="{572277B0-1A53-4660-BDEE-391E11761B67}"/>
                    </a:ext>
                  </a:extLst>
                </p:cNvPr>
                <p:cNvSpPr/>
                <p:nvPr/>
              </p:nvSpPr>
              <p:spPr>
                <a:xfrm>
                  <a:off x="3774539" y="4592743"/>
                  <a:ext cx="97158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</a:rPr>
                    <a:t>HSR/PRP</a:t>
                  </a:r>
                </a:p>
              </p:txBody>
            </p:sp>
            <p:sp>
              <p:nvSpPr>
                <p:cNvPr id="134" name="CustomShape 8">
                  <a:extLst>
                    <a:ext uri="{FF2B5EF4-FFF2-40B4-BE49-F238E27FC236}">
                      <a16:creationId xmlns:a16="http://schemas.microsoft.com/office/drawing/2014/main" id="{D9DC5E4D-88D1-42F8-8264-441BF9E70E97}"/>
                    </a:ext>
                  </a:extLst>
                </p:cNvPr>
                <p:cNvSpPr/>
                <p:nvPr/>
              </p:nvSpPr>
              <p:spPr>
                <a:xfrm>
                  <a:off x="2760994" y="4594644"/>
                  <a:ext cx="89331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  <a:latin typeface="Arial"/>
                    </a:rPr>
                    <a:t>IOLINK</a:t>
                  </a:r>
                </a:p>
              </p:txBody>
            </p:sp>
          </p:grpSp>
          <p:sp>
            <p:nvSpPr>
              <p:cNvPr id="69" name="CustomShape 15">
                <a:extLst>
                  <a:ext uri="{FF2B5EF4-FFF2-40B4-BE49-F238E27FC236}">
                    <a16:creationId xmlns:a16="http://schemas.microsoft.com/office/drawing/2014/main" id="{8A3830DC-B333-42A1-B4EF-A0D887783B68}"/>
                  </a:ext>
                </a:extLst>
              </p:cNvPr>
              <p:cNvSpPr/>
              <p:nvPr/>
            </p:nvSpPr>
            <p:spPr>
              <a:xfrm>
                <a:off x="7202808" y="1740251"/>
                <a:ext cx="654428" cy="47111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72" name="CustomShape 15">
              <a:extLst>
                <a:ext uri="{FF2B5EF4-FFF2-40B4-BE49-F238E27FC236}">
                  <a16:creationId xmlns:a16="http://schemas.microsoft.com/office/drawing/2014/main" id="{4C5CC9F6-6CC6-428B-8A4E-2355A376DCF7}"/>
                </a:ext>
              </a:extLst>
            </p:cNvPr>
            <p:cNvSpPr/>
            <p:nvPr/>
          </p:nvSpPr>
          <p:spPr>
            <a:xfrm>
              <a:off x="7760231" y="1638588"/>
              <a:ext cx="784922" cy="47110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BiSS-C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4" name="CustomShape 15">
            <a:extLst>
              <a:ext uri="{FF2B5EF4-FFF2-40B4-BE49-F238E27FC236}">
                <a16:creationId xmlns:a16="http://schemas.microsoft.com/office/drawing/2014/main" id="{454D07F2-B9A3-4D60-88C5-BC673115BBD6}"/>
              </a:ext>
            </a:extLst>
          </p:cNvPr>
          <p:cNvSpPr/>
          <p:nvPr/>
        </p:nvSpPr>
        <p:spPr>
          <a:xfrm>
            <a:off x="8872957" y="1484364"/>
            <a:ext cx="784922" cy="47110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CustomShape 15">
            <a:extLst>
              <a:ext uri="{FF2B5EF4-FFF2-40B4-BE49-F238E27FC236}">
                <a16:creationId xmlns:a16="http://schemas.microsoft.com/office/drawing/2014/main" id="{A66BEF25-718C-42F8-B4AD-47D4B69E58E4}"/>
              </a:ext>
            </a:extLst>
          </p:cNvPr>
          <p:cNvSpPr/>
          <p:nvPr/>
        </p:nvSpPr>
        <p:spPr>
          <a:xfrm>
            <a:off x="5397091" y="4200006"/>
            <a:ext cx="987669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CustomShape 15">
            <a:extLst>
              <a:ext uri="{FF2B5EF4-FFF2-40B4-BE49-F238E27FC236}">
                <a16:creationId xmlns:a16="http://schemas.microsoft.com/office/drawing/2014/main" id="{A187BFD9-EF2A-48E9-8359-90165FE849BF}"/>
              </a:ext>
            </a:extLst>
          </p:cNvPr>
          <p:cNvSpPr/>
          <p:nvPr/>
        </p:nvSpPr>
        <p:spPr>
          <a:xfrm>
            <a:off x="8791196" y="4161392"/>
            <a:ext cx="987382" cy="44397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BiSS-C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CustomShape 15">
            <a:extLst>
              <a:ext uri="{FF2B5EF4-FFF2-40B4-BE49-F238E27FC236}">
                <a16:creationId xmlns:a16="http://schemas.microsoft.com/office/drawing/2014/main" id="{E158EF4E-99E5-4BAE-9F0A-48570C790A4B}"/>
              </a:ext>
            </a:extLst>
          </p:cNvPr>
          <p:cNvSpPr/>
          <p:nvPr/>
        </p:nvSpPr>
        <p:spPr>
          <a:xfrm>
            <a:off x="7978072" y="875978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CustomShape 15">
            <a:extLst>
              <a:ext uri="{FF2B5EF4-FFF2-40B4-BE49-F238E27FC236}">
                <a16:creationId xmlns:a16="http://schemas.microsoft.com/office/drawing/2014/main" id="{B0DC690B-AD5B-46F1-BD85-F5E786C440FA}"/>
              </a:ext>
            </a:extLst>
          </p:cNvPr>
          <p:cNvSpPr/>
          <p:nvPr/>
        </p:nvSpPr>
        <p:spPr>
          <a:xfrm>
            <a:off x="7886623" y="3608242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D31DDA8-6026-46C3-898E-6B3CDD0BAD65}"/>
              </a:ext>
            </a:extLst>
          </p:cNvPr>
          <p:cNvGrpSpPr/>
          <p:nvPr/>
        </p:nvGrpSpPr>
        <p:grpSpPr>
          <a:xfrm>
            <a:off x="10156092" y="1042427"/>
            <a:ext cx="1148754" cy="5041302"/>
            <a:chOff x="10156092" y="1042427"/>
            <a:chExt cx="1148754" cy="504130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E5B55A8-54EE-42C7-A85C-ACE2A970BBE7}"/>
                </a:ext>
              </a:extLst>
            </p:cNvPr>
            <p:cNvGrpSpPr/>
            <p:nvPr/>
          </p:nvGrpSpPr>
          <p:grpSpPr>
            <a:xfrm>
              <a:off x="10156092" y="1042427"/>
              <a:ext cx="1148754" cy="5041302"/>
              <a:chOff x="10031151" y="1253369"/>
              <a:chExt cx="1148754" cy="5041302"/>
            </a:xfrm>
          </p:grpSpPr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12F95B4D-3759-4104-8D58-EAF6518E9F95}"/>
                  </a:ext>
                </a:extLst>
              </p:cNvPr>
              <p:cNvSpPr/>
              <p:nvPr/>
            </p:nvSpPr>
            <p:spPr>
              <a:xfrm>
                <a:off x="10065487" y="1701064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D3B83D30-7279-4106-8E40-EC7C6D8CAA48}"/>
                  </a:ext>
                </a:extLst>
              </p:cNvPr>
              <p:cNvSpPr/>
              <p:nvPr/>
            </p:nvSpPr>
            <p:spPr>
              <a:xfrm>
                <a:off x="10054872" y="3077770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88B97E17-05DC-49D0-B861-F3FA96A2799E}"/>
                  </a:ext>
                </a:extLst>
              </p:cNvPr>
              <p:cNvSpPr/>
              <p:nvPr/>
            </p:nvSpPr>
            <p:spPr>
              <a:xfrm>
                <a:off x="10031151" y="355682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</a:p>
            </p:txBody>
          </p:sp>
          <p:sp>
            <p:nvSpPr>
              <p:cNvPr id="63" name="CustomShape 8">
                <a:extLst>
                  <a:ext uri="{FF2B5EF4-FFF2-40B4-BE49-F238E27FC236}">
                    <a16:creationId xmlns:a16="http://schemas.microsoft.com/office/drawing/2014/main" id="{7606A0F4-DCD2-4066-9BF4-874B6FC1A482}"/>
                  </a:ext>
                </a:extLst>
              </p:cNvPr>
              <p:cNvSpPr/>
              <p:nvPr/>
            </p:nvSpPr>
            <p:spPr>
              <a:xfrm>
                <a:off x="10054872" y="215177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B9B9C38B-2189-4BCB-BA18-0A4C8D7E9AC8}"/>
                  </a:ext>
                </a:extLst>
              </p:cNvPr>
              <p:cNvSpPr/>
              <p:nvPr/>
            </p:nvSpPr>
            <p:spPr>
              <a:xfrm>
                <a:off x="10048745" y="40204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" name="CustomShape 8">
                <a:extLst>
                  <a:ext uri="{FF2B5EF4-FFF2-40B4-BE49-F238E27FC236}">
                    <a16:creationId xmlns:a16="http://schemas.microsoft.com/office/drawing/2014/main" id="{64360DD5-025B-4378-8504-C84B4FA5AF28}"/>
                  </a:ext>
                </a:extLst>
              </p:cNvPr>
              <p:cNvSpPr/>
              <p:nvPr/>
            </p:nvSpPr>
            <p:spPr>
              <a:xfrm>
                <a:off x="10061000" y="4477967"/>
                <a:ext cx="1102163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" name="CustomShape 8">
                <a:extLst>
                  <a:ext uri="{FF2B5EF4-FFF2-40B4-BE49-F238E27FC236}">
                    <a16:creationId xmlns:a16="http://schemas.microsoft.com/office/drawing/2014/main" id="{32A75533-C752-44D1-9C09-E3E3E9A8E712}"/>
                  </a:ext>
                </a:extLst>
              </p:cNvPr>
              <p:cNvSpPr/>
              <p:nvPr/>
            </p:nvSpPr>
            <p:spPr>
              <a:xfrm>
                <a:off x="10064545" y="4935470"/>
                <a:ext cx="1091855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</a:p>
            </p:txBody>
          </p:sp>
          <p:sp>
            <p:nvSpPr>
              <p:cNvPr id="46" name="CustomShape 8">
                <a:extLst>
                  <a:ext uri="{FF2B5EF4-FFF2-40B4-BE49-F238E27FC236}">
                    <a16:creationId xmlns:a16="http://schemas.microsoft.com/office/drawing/2014/main" id="{F14C8740-1E3F-43F2-A90F-7AED10928173}"/>
                  </a:ext>
                </a:extLst>
              </p:cNvPr>
              <p:cNvSpPr/>
              <p:nvPr/>
            </p:nvSpPr>
            <p:spPr>
              <a:xfrm>
                <a:off x="10042819" y="5441107"/>
                <a:ext cx="1102162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HSR/PRP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5A281F1F-1FED-41D1-9B89-8CD6235CB383}"/>
                  </a:ext>
                </a:extLst>
              </p:cNvPr>
              <p:cNvSpPr/>
              <p:nvPr/>
            </p:nvSpPr>
            <p:spPr>
              <a:xfrm>
                <a:off x="10031151" y="5924324"/>
                <a:ext cx="1102161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100" spc="-1" dirty="0">
                    <a:solidFill>
                      <a:srgbClr val="000000"/>
                    </a:solidFill>
                    <a:latin typeface="Arial"/>
                  </a:rPr>
                  <a:t>ENET MAC/Switch</a:t>
                </a:r>
              </a:p>
            </p:txBody>
          </p:sp>
          <p:sp>
            <p:nvSpPr>
              <p:cNvPr id="81" name="CustomShape 8">
                <a:extLst>
                  <a:ext uri="{FF2B5EF4-FFF2-40B4-BE49-F238E27FC236}">
                    <a16:creationId xmlns:a16="http://schemas.microsoft.com/office/drawing/2014/main" id="{DA175DF9-35CC-4E63-BB7D-886445F2B22F}"/>
                  </a:ext>
                </a:extLst>
              </p:cNvPr>
              <p:cNvSpPr/>
              <p:nvPr/>
            </p:nvSpPr>
            <p:spPr>
              <a:xfrm>
                <a:off x="10043786" y="125336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02" name="CustomShape 8">
              <a:extLst>
                <a:ext uri="{FF2B5EF4-FFF2-40B4-BE49-F238E27FC236}">
                  <a16:creationId xmlns:a16="http://schemas.microsoft.com/office/drawing/2014/main" id="{D3B04458-DB2E-44DE-BD3C-AFF2D17036A5}"/>
                </a:ext>
              </a:extLst>
            </p:cNvPr>
            <p:cNvSpPr/>
            <p:nvPr/>
          </p:nvSpPr>
          <p:spPr>
            <a:xfrm>
              <a:off x="10168727" y="2395597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A-Format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0930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984105" y="5123174"/>
            <a:ext cx="5749210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5129692" y="5199495"/>
            <a:ext cx="2399399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506435" y="5655616"/>
            <a:ext cx="1002278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5129692" y="5665489"/>
            <a:ext cx="1266164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3841538" y="5208289"/>
            <a:ext cx="1002278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3814741" y="999062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1974457" y="795733"/>
            <a:ext cx="5738719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974455" y="6294032"/>
            <a:ext cx="575886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3816124" y="1604082"/>
            <a:ext cx="1031760" cy="49109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1974457" y="3529383"/>
            <a:ext cx="575886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83" name="CustomShape 15">
            <a:extLst>
              <a:ext uri="{FF2B5EF4-FFF2-40B4-BE49-F238E27FC236}">
                <a16:creationId xmlns:a16="http://schemas.microsoft.com/office/drawing/2014/main" id="{2B3E019C-8EF4-444D-8BD9-35787B4CE89D}"/>
              </a:ext>
            </a:extLst>
          </p:cNvPr>
          <p:cNvSpPr/>
          <p:nvPr/>
        </p:nvSpPr>
        <p:spPr>
          <a:xfrm>
            <a:off x="6435589" y="4291694"/>
            <a:ext cx="1094959" cy="49778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76" name="CustomShape 4">
            <a:extLst>
              <a:ext uri="{FF2B5EF4-FFF2-40B4-BE49-F238E27FC236}">
                <a16:creationId xmlns:a16="http://schemas.microsoft.com/office/drawing/2014/main" id="{1B024EA3-0E43-445D-BF88-EC0D5B5DFFBA}"/>
              </a:ext>
            </a:extLst>
          </p:cNvPr>
          <p:cNvSpPr/>
          <p:nvPr/>
        </p:nvSpPr>
        <p:spPr>
          <a:xfrm>
            <a:off x="3815786" y="4256573"/>
            <a:ext cx="1030713" cy="4977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CustomShape 8">
            <a:extLst>
              <a:ext uri="{FF2B5EF4-FFF2-40B4-BE49-F238E27FC236}">
                <a16:creationId xmlns:a16="http://schemas.microsoft.com/office/drawing/2014/main" id="{490D27A3-6945-406A-BAF2-EFE79C38162A}"/>
              </a:ext>
            </a:extLst>
          </p:cNvPr>
          <p:cNvSpPr/>
          <p:nvPr/>
        </p:nvSpPr>
        <p:spPr>
          <a:xfrm>
            <a:off x="6435589" y="3644037"/>
            <a:ext cx="1093502" cy="50800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86" name="CustomShape 15">
            <a:extLst>
              <a:ext uri="{FF2B5EF4-FFF2-40B4-BE49-F238E27FC236}">
                <a16:creationId xmlns:a16="http://schemas.microsoft.com/office/drawing/2014/main" id="{3A564F5B-DC40-45FF-8B10-DCCC5DE7D8E3}"/>
              </a:ext>
            </a:extLst>
          </p:cNvPr>
          <p:cNvSpPr/>
          <p:nvPr/>
        </p:nvSpPr>
        <p:spPr>
          <a:xfrm>
            <a:off x="3815786" y="3662725"/>
            <a:ext cx="1030713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CustomShape 8">
            <a:extLst>
              <a:ext uri="{FF2B5EF4-FFF2-40B4-BE49-F238E27FC236}">
                <a16:creationId xmlns:a16="http://schemas.microsoft.com/office/drawing/2014/main" id="{51B6AC0E-4960-4B0D-A32D-2DE55843B9E2}"/>
              </a:ext>
            </a:extLst>
          </p:cNvPr>
          <p:cNvSpPr/>
          <p:nvPr/>
        </p:nvSpPr>
        <p:spPr>
          <a:xfrm>
            <a:off x="5131149" y="3640214"/>
            <a:ext cx="1093502" cy="507271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 FW HAL</a:t>
            </a:r>
          </a:p>
        </p:txBody>
      </p:sp>
      <p:sp>
        <p:nvSpPr>
          <p:cNvPr id="91" name="CustomShape 8">
            <a:extLst>
              <a:ext uri="{FF2B5EF4-FFF2-40B4-BE49-F238E27FC236}">
                <a16:creationId xmlns:a16="http://schemas.microsoft.com/office/drawing/2014/main" id="{14161222-74A9-4F70-807B-78DD69EEE3D1}"/>
              </a:ext>
            </a:extLst>
          </p:cNvPr>
          <p:cNvSpPr/>
          <p:nvPr/>
        </p:nvSpPr>
        <p:spPr>
          <a:xfrm>
            <a:off x="5129692" y="4291693"/>
            <a:ext cx="1094959" cy="46384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ICSS EMAC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1984105" y="2446421"/>
            <a:ext cx="5738720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4385871" y="2678161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5909216" y="2678161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5025670" y="999061"/>
            <a:ext cx="1185077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6415211" y="1588356"/>
            <a:ext cx="1094959" cy="50110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6415211" y="999062"/>
            <a:ext cx="1093502" cy="44964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38" name="CustomShape 8">
            <a:extLst>
              <a:ext uri="{FF2B5EF4-FFF2-40B4-BE49-F238E27FC236}">
                <a16:creationId xmlns:a16="http://schemas.microsoft.com/office/drawing/2014/main" id="{5211EEA9-63DF-4DAF-B441-2B51CD21E224}"/>
              </a:ext>
            </a:extLst>
          </p:cNvPr>
          <p:cNvSpPr/>
          <p:nvPr/>
        </p:nvSpPr>
        <p:spPr>
          <a:xfrm>
            <a:off x="5025671" y="1598368"/>
            <a:ext cx="1186534" cy="49109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Universal Motor </a:t>
            </a:r>
          </a:p>
          <a:p>
            <a:pPr algn="ctr"/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Control</a:t>
            </a:r>
          </a:p>
          <a:p>
            <a:pPr algn="ctr"/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Reference Design</a:t>
            </a: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F79820AA-3E72-410A-9A25-5E06BE8DF841}"/>
              </a:ext>
            </a:extLst>
          </p:cNvPr>
          <p:cNvSpPr/>
          <p:nvPr/>
        </p:nvSpPr>
        <p:spPr>
          <a:xfrm>
            <a:off x="8011038" y="3253537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00722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AM261x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984105" y="5123174"/>
            <a:ext cx="5749210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5129692" y="5199495"/>
            <a:ext cx="2399399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506435" y="5655616"/>
            <a:ext cx="1002278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5129692" y="5665489"/>
            <a:ext cx="1266164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3841538" y="5208289"/>
            <a:ext cx="1002278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3814741" y="999062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1974457" y="795733"/>
            <a:ext cx="5738719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974455" y="6294032"/>
            <a:ext cx="575886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3816124" y="1604082"/>
            <a:ext cx="1031760" cy="49109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1974457" y="3529383"/>
            <a:ext cx="575886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83" name="CustomShape 15">
            <a:extLst>
              <a:ext uri="{FF2B5EF4-FFF2-40B4-BE49-F238E27FC236}">
                <a16:creationId xmlns:a16="http://schemas.microsoft.com/office/drawing/2014/main" id="{2B3E019C-8EF4-444D-8BD9-35787B4CE89D}"/>
              </a:ext>
            </a:extLst>
          </p:cNvPr>
          <p:cNvSpPr/>
          <p:nvPr/>
        </p:nvSpPr>
        <p:spPr>
          <a:xfrm>
            <a:off x="6435589" y="4291694"/>
            <a:ext cx="1094959" cy="49778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76" name="CustomShape 4">
            <a:extLst>
              <a:ext uri="{FF2B5EF4-FFF2-40B4-BE49-F238E27FC236}">
                <a16:creationId xmlns:a16="http://schemas.microsoft.com/office/drawing/2014/main" id="{1B024EA3-0E43-445D-BF88-EC0D5B5DFFBA}"/>
              </a:ext>
            </a:extLst>
          </p:cNvPr>
          <p:cNvSpPr/>
          <p:nvPr/>
        </p:nvSpPr>
        <p:spPr>
          <a:xfrm>
            <a:off x="3815786" y="4256573"/>
            <a:ext cx="1030713" cy="4977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CustomShape 8">
            <a:extLst>
              <a:ext uri="{FF2B5EF4-FFF2-40B4-BE49-F238E27FC236}">
                <a16:creationId xmlns:a16="http://schemas.microsoft.com/office/drawing/2014/main" id="{490D27A3-6945-406A-BAF2-EFE79C38162A}"/>
              </a:ext>
            </a:extLst>
          </p:cNvPr>
          <p:cNvSpPr/>
          <p:nvPr/>
        </p:nvSpPr>
        <p:spPr>
          <a:xfrm>
            <a:off x="6435589" y="3644037"/>
            <a:ext cx="1093502" cy="50800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86" name="CustomShape 15">
            <a:extLst>
              <a:ext uri="{FF2B5EF4-FFF2-40B4-BE49-F238E27FC236}">
                <a16:creationId xmlns:a16="http://schemas.microsoft.com/office/drawing/2014/main" id="{3A564F5B-DC40-45FF-8B10-DCCC5DE7D8E3}"/>
              </a:ext>
            </a:extLst>
          </p:cNvPr>
          <p:cNvSpPr/>
          <p:nvPr/>
        </p:nvSpPr>
        <p:spPr>
          <a:xfrm>
            <a:off x="3815786" y="3662725"/>
            <a:ext cx="1030713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CustomShape 8">
            <a:extLst>
              <a:ext uri="{FF2B5EF4-FFF2-40B4-BE49-F238E27FC236}">
                <a16:creationId xmlns:a16="http://schemas.microsoft.com/office/drawing/2014/main" id="{51B6AC0E-4960-4B0D-A32D-2DE55843B9E2}"/>
              </a:ext>
            </a:extLst>
          </p:cNvPr>
          <p:cNvSpPr/>
          <p:nvPr/>
        </p:nvSpPr>
        <p:spPr>
          <a:xfrm>
            <a:off x="5131149" y="3640214"/>
            <a:ext cx="1093502" cy="507271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 FW HAL</a:t>
            </a:r>
          </a:p>
        </p:txBody>
      </p:sp>
      <p:sp>
        <p:nvSpPr>
          <p:cNvPr id="91" name="CustomShape 8">
            <a:extLst>
              <a:ext uri="{FF2B5EF4-FFF2-40B4-BE49-F238E27FC236}">
                <a16:creationId xmlns:a16="http://schemas.microsoft.com/office/drawing/2014/main" id="{14161222-74A9-4F70-807B-78DD69EEE3D1}"/>
              </a:ext>
            </a:extLst>
          </p:cNvPr>
          <p:cNvSpPr/>
          <p:nvPr/>
        </p:nvSpPr>
        <p:spPr>
          <a:xfrm>
            <a:off x="5129692" y="4291693"/>
            <a:ext cx="1094959" cy="46384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ICSS EMAC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1984105" y="2446421"/>
            <a:ext cx="5738720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4385871" y="2678161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5909216" y="2678161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5025670" y="999061"/>
            <a:ext cx="1185077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6415211" y="1588356"/>
            <a:ext cx="1094959" cy="50110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6415211" y="999062"/>
            <a:ext cx="1093502" cy="44964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BD1015E-3835-446B-B2DC-ED9330F617FB}"/>
              </a:ext>
            </a:extLst>
          </p:cNvPr>
          <p:cNvGrpSpPr/>
          <p:nvPr/>
        </p:nvGrpSpPr>
        <p:grpSpPr>
          <a:xfrm>
            <a:off x="7976203" y="2756717"/>
            <a:ext cx="1118769" cy="1812015"/>
            <a:chOff x="7974028" y="1413194"/>
            <a:chExt cx="1118769" cy="1812015"/>
          </a:xfrm>
        </p:grpSpPr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01121847-31DF-46AA-B838-EAFA788320FD}"/>
                </a:ext>
              </a:extLst>
            </p:cNvPr>
            <p:cNvSpPr/>
            <p:nvPr/>
          </p:nvSpPr>
          <p:spPr>
            <a:xfrm>
              <a:off x="7974028" y="2854862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B2E5371C-069D-4B40-AC59-96EF0DAFDAC4}"/>
                </a:ext>
              </a:extLst>
            </p:cNvPr>
            <p:cNvSpPr/>
            <p:nvPr/>
          </p:nvSpPr>
          <p:spPr>
            <a:xfrm>
              <a:off x="7978379" y="1413194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21E969EE-BA3E-4C5C-9730-05841FA4B7E2}"/>
                </a:ext>
              </a:extLst>
            </p:cNvPr>
            <p:cNvSpPr/>
            <p:nvPr/>
          </p:nvSpPr>
          <p:spPr>
            <a:xfrm>
              <a:off x="7974028" y="2148191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7316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AM64x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87288" y="5244360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023266" y="5320681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795239" y="5789442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022225" y="5789442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758020" y="5347415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782201" y="1106203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212852" y="916919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421685" y="914400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578825" y="3829020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568385" y="5517597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568385" y="4635040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557618" y="259300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87287" y="6415218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A53, 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421685" y="6427819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783584" y="1711223"/>
            <a:ext cx="1031760" cy="49109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557618" y="134808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871525" y="914400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871525" y="6427819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10041247" y="131564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10031151" y="1823832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10041247" y="300604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SDFM</a:t>
            </a:r>
          </a:p>
        </p:txBody>
      </p:sp>
      <p:sp>
        <p:nvSpPr>
          <p:cNvPr id="63" name="CustomShape 8">
            <a:extLst>
              <a:ext uri="{FF2B5EF4-FFF2-40B4-BE49-F238E27FC236}">
                <a16:creationId xmlns:a16="http://schemas.microsoft.com/office/drawing/2014/main" id="{7606A0F4-DCD2-4066-9BF4-874B6FC1A482}"/>
              </a:ext>
            </a:extLst>
          </p:cNvPr>
          <p:cNvSpPr/>
          <p:nvPr/>
        </p:nvSpPr>
        <p:spPr>
          <a:xfrm>
            <a:off x="10031151" y="240930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187288" y="3650569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83" name="CustomShape 15">
            <a:extLst>
              <a:ext uri="{FF2B5EF4-FFF2-40B4-BE49-F238E27FC236}">
                <a16:creationId xmlns:a16="http://schemas.microsoft.com/office/drawing/2014/main" id="{2B3E019C-8EF4-444D-8BD9-35787B4CE89D}"/>
              </a:ext>
            </a:extLst>
          </p:cNvPr>
          <p:cNvSpPr/>
          <p:nvPr/>
        </p:nvSpPr>
        <p:spPr>
          <a:xfrm>
            <a:off x="8772962" y="4153246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B9B9C38B-2189-4BCB-BA18-0A4C8D7E9AC8}"/>
              </a:ext>
            </a:extLst>
          </p:cNvPr>
          <p:cNvSpPr/>
          <p:nvPr/>
        </p:nvSpPr>
        <p:spPr>
          <a:xfrm>
            <a:off x="10063810" y="3598710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8">
            <a:extLst>
              <a:ext uri="{FF2B5EF4-FFF2-40B4-BE49-F238E27FC236}">
                <a16:creationId xmlns:a16="http://schemas.microsoft.com/office/drawing/2014/main" id="{64360DD5-025B-4378-8504-C84B4FA5AF28}"/>
              </a:ext>
            </a:extLst>
          </p:cNvPr>
          <p:cNvSpPr/>
          <p:nvPr/>
        </p:nvSpPr>
        <p:spPr>
          <a:xfrm>
            <a:off x="10086595" y="4176994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2A75533-C752-44D1-9C09-E3E3E9A8E712}"/>
              </a:ext>
            </a:extLst>
          </p:cNvPr>
          <p:cNvSpPr/>
          <p:nvPr/>
        </p:nvSpPr>
        <p:spPr>
          <a:xfrm>
            <a:off x="10072837" y="4722609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46" name="CustomShape 8">
            <a:extLst>
              <a:ext uri="{FF2B5EF4-FFF2-40B4-BE49-F238E27FC236}">
                <a16:creationId xmlns:a16="http://schemas.microsoft.com/office/drawing/2014/main" id="{F14C8740-1E3F-43F2-A90F-7AED10928173}"/>
              </a:ext>
            </a:extLst>
          </p:cNvPr>
          <p:cNvSpPr/>
          <p:nvPr/>
        </p:nvSpPr>
        <p:spPr>
          <a:xfrm>
            <a:off x="10063810" y="5300893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HSR/PRP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5A281F1F-1FED-41D1-9B89-8CD6235CB383}"/>
              </a:ext>
            </a:extLst>
          </p:cNvPr>
          <p:cNvSpPr/>
          <p:nvPr/>
        </p:nvSpPr>
        <p:spPr>
          <a:xfrm>
            <a:off x="10049159" y="5879177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ENET MAC/Switch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758019" y="4382105"/>
            <a:ext cx="6945197" cy="538781"/>
            <a:chOff x="1759067" y="4578409"/>
            <a:chExt cx="6945197" cy="538781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9778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84" name="CustomShape 8">
              <a:extLst>
                <a:ext uri="{FF2B5EF4-FFF2-40B4-BE49-F238E27FC236}">
                  <a16:creationId xmlns:a16="http://schemas.microsoft.com/office/drawing/2014/main" id="{927F3F1C-CDA6-404F-9F41-5ABD383A430D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ENET LLD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D2CA552-C0EA-46FF-8CBA-00556992EAFF}"/>
              </a:ext>
            </a:extLst>
          </p:cNvPr>
          <p:cNvGrpSpPr/>
          <p:nvPr/>
        </p:nvGrpSpPr>
        <p:grpSpPr>
          <a:xfrm>
            <a:off x="1758019" y="3813520"/>
            <a:ext cx="6945197" cy="455152"/>
            <a:chOff x="1759065" y="4007382"/>
            <a:chExt cx="6945197" cy="455152"/>
          </a:xfrm>
        </p:grpSpPr>
        <p:sp>
          <p:nvSpPr>
            <p:cNvPr id="86" name="CustomShape 15">
              <a:extLst>
                <a:ext uri="{FF2B5EF4-FFF2-40B4-BE49-F238E27FC236}">
                  <a16:creationId xmlns:a16="http://schemas.microsoft.com/office/drawing/2014/main" id="{3A564F5B-DC40-45FF-8B10-DCCC5DE7D8E3}"/>
                </a:ext>
              </a:extLst>
            </p:cNvPr>
            <p:cNvSpPr/>
            <p:nvPr/>
          </p:nvSpPr>
          <p:spPr>
            <a:xfrm>
              <a:off x="1759065" y="401289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7" name="CustomShape 8">
              <a:extLst>
                <a:ext uri="{FF2B5EF4-FFF2-40B4-BE49-F238E27FC236}">
                  <a16:creationId xmlns:a16="http://schemas.microsoft.com/office/drawing/2014/main" id="{0D80E9EE-F48E-49CE-A252-6C1DF74C2602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88" name="CustomShape 8">
              <a:extLst>
                <a:ext uri="{FF2B5EF4-FFF2-40B4-BE49-F238E27FC236}">
                  <a16:creationId xmlns:a16="http://schemas.microsoft.com/office/drawing/2014/main" id="{E13D227E-6029-4DC5-B0BB-68D71B8D2ED7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89" name="CustomShape 8">
              <a:extLst>
                <a:ext uri="{FF2B5EF4-FFF2-40B4-BE49-F238E27FC236}">
                  <a16:creationId xmlns:a16="http://schemas.microsoft.com/office/drawing/2014/main" id="{600E2B4F-6469-45BF-BFB9-99C8C3A42261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 FW HAL</a:t>
              </a:r>
            </a:p>
          </p:txBody>
        </p:sp>
        <p:sp>
          <p:nvSpPr>
            <p:cNvPr id="90" name="CustomShape 8">
              <a:extLst>
                <a:ext uri="{FF2B5EF4-FFF2-40B4-BE49-F238E27FC236}">
                  <a16:creationId xmlns:a16="http://schemas.microsoft.com/office/drawing/2014/main" id="{51B6AC0E-4960-4B0D-A32D-2DE55843B9E2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 FW HAL</a:t>
              </a:r>
            </a:p>
          </p:txBody>
        </p:sp>
        <p:sp>
          <p:nvSpPr>
            <p:cNvPr id="91" name="CustomShape 8">
              <a:extLst>
                <a:ext uri="{FF2B5EF4-FFF2-40B4-BE49-F238E27FC236}">
                  <a16:creationId xmlns:a16="http://schemas.microsoft.com/office/drawing/2014/main" id="{14161222-74A9-4F70-807B-78DD69EEE3D1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ICSS EMAC</a:t>
              </a:r>
            </a:p>
          </p:txBody>
        </p: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212852" y="2567607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10235" y="276561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5951822" y="2760102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716899" y="276010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492310" y="2765614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359740" y="2770086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059735" y="2743615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D7E9940-E88B-4DF5-8A05-B042DA614BE4}"/>
              </a:ext>
            </a:extLst>
          </p:cNvPr>
          <p:cNvGrpSpPr/>
          <p:nvPr/>
        </p:nvGrpSpPr>
        <p:grpSpPr>
          <a:xfrm>
            <a:off x="2978565" y="1652365"/>
            <a:ext cx="5773454" cy="538781"/>
            <a:chOff x="2930810" y="4578409"/>
            <a:chExt cx="5773454" cy="538781"/>
          </a:xfrm>
        </p:grpSpPr>
        <p:sp>
          <p:nvSpPr>
            <p:cNvPr id="128" name="CustomShape 24">
              <a:extLst>
                <a:ext uri="{FF2B5EF4-FFF2-40B4-BE49-F238E27FC236}">
                  <a16:creationId xmlns:a16="http://schemas.microsoft.com/office/drawing/2014/main" id="{FEA79133-1A9F-46F4-904E-48CA29EEAD64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" name="CustomShape 8">
              <a:extLst>
                <a:ext uri="{FF2B5EF4-FFF2-40B4-BE49-F238E27FC236}">
                  <a16:creationId xmlns:a16="http://schemas.microsoft.com/office/drawing/2014/main" id="{734FC023-5DA4-4516-B9FA-63B9819EBE4C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133" name="CustomShape 24">
              <a:extLst>
                <a:ext uri="{FF2B5EF4-FFF2-40B4-BE49-F238E27FC236}">
                  <a16:creationId xmlns:a16="http://schemas.microsoft.com/office/drawing/2014/main" id="{572277B0-1A53-4660-BDEE-391E11761B67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</a:rPr>
                <a:t>HSR/PRP</a:t>
              </a:r>
            </a:p>
          </p:txBody>
        </p:sp>
        <p:sp>
          <p:nvSpPr>
            <p:cNvPr id="134" name="CustomShape 8">
              <a:extLst>
                <a:ext uri="{FF2B5EF4-FFF2-40B4-BE49-F238E27FC236}">
                  <a16:creationId xmlns:a16="http://schemas.microsoft.com/office/drawing/2014/main" id="{D9DC5E4D-88D1-42F8-8264-441BF9E70E97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135" name="CustomShape 8">
              <a:extLst>
                <a:ext uri="{FF2B5EF4-FFF2-40B4-BE49-F238E27FC236}">
                  <a16:creationId xmlns:a16="http://schemas.microsoft.com/office/drawing/2014/main" id="{746BFA3E-1D89-4036-BC56-5D175FE0508B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latin typeface="Arial"/>
                </a:rPr>
                <a:t>ENET ICSSG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5C6F2813-0C60-416A-B833-399E76FFC3E0}"/>
              </a:ext>
            </a:extLst>
          </p:cNvPr>
          <p:cNvGrpSpPr/>
          <p:nvPr/>
        </p:nvGrpSpPr>
        <p:grpSpPr>
          <a:xfrm>
            <a:off x="2988897" y="1083780"/>
            <a:ext cx="5763122" cy="455152"/>
            <a:chOff x="2941140" y="4007382"/>
            <a:chExt cx="5763122" cy="455152"/>
          </a:xfrm>
        </p:grpSpPr>
        <p:sp>
          <p:nvSpPr>
            <p:cNvPr id="139" name="CustomShape 8">
              <a:extLst>
                <a:ext uri="{FF2B5EF4-FFF2-40B4-BE49-F238E27FC236}">
                  <a16:creationId xmlns:a16="http://schemas.microsoft.com/office/drawing/2014/main" id="{CAA8C7CB-63A7-4653-A01F-117EC1A07963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140" name="CustomShape 8">
              <a:extLst>
                <a:ext uri="{FF2B5EF4-FFF2-40B4-BE49-F238E27FC236}">
                  <a16:creationId xmlns:a16="http://schemas.microsoft.com/office/drawing/2014/main" id="{D6ED9DFE-9A05-46E1-BA74-B92F982665D1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141" name="CustomShape 8">
              <a:extLst>
                <a:ext uri="{FF2B5EF4-FFF2-40B4-BE49-F238E27FC236}">
                  <a16:creationId xmlns:a16="http://schemas.microsoft.com/office/drawing/2014/main" id="{407A7F7D-4E0E-4FC8-BB37-76988E47DABA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143" name="CustomShape 8">
              <a:extLst>
                <a:ext uri="{FF2B5EF4-FFF2-40B4-BE49-F238E27FC236}">
                  <a16:creationId xmlns:a16="http://schemas.microsoft.com/office/drawing/2014/main" id="{AAC5AF2A-84B7-43F3-A5CE-ADD5098DED6B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</p:grpSp>
      <p:sp>
        <p:nvSpPr>
          <p:cNvPr id="144" name="CustomShape 15">
            <a:extLst>
              <a:ext uri="{FF2B5EF4-FFF2-40B4-BE49-F238E27FC236}">
                <a16:creationId xmlns:a16="http://schemas.microsoft.com/office/drawing/2014/main" id="{299AB4A1-1ECC-4566-97EE-42078E96CD6C}"/>
              </a:ext>
            </a:extLst>
          </p:cNvPr>
          <p:cNvSpPr/>
          <p:nvPr/>
        </p:nvSpPr>
        <p:spPr>
          <a:xfrm>
            <a:off x="8798527" y="1414111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CustomShape 7">
            <a:extLst>
              <a:ext uri="{FF2B5EF4-FFF2-40B4-BE49-F238E27FC236}">
                <a16:creationId xmlns:a16="http://schemas.microsoft.com/office/drawing/2014/main" id="{BB3FA86B-6B57-4998-BC85-CE99B344458F}"/>
              </a:ext>
            </a:extLst>
          </p:cNvPr>
          <p:cNvSpPr/>
          <p:nvPr/>
        </p:nvSpPr>
        <p:spPr>
          <a:xfrm>
            <a:off x="3490233" y="7053205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70" name="CustomShape 15">
            <a:extLst>
              <a:ext uri="{FF2B5EF4-FFF2-40B4-BE49-F238E27FC236}">
                <a16:creationId xmlns:a16="http://schemas.microsoft.com/office/drawing/2014/main" id="{E530FBC4-6900-4127-8B65-D2216E344D47}"/>
              </a:ext>
            </a:extLst>
          </p:cNvPr>
          <p:cNvSpPr/>
          <p:nvPr/>
        </p:nvSpPr>
        <p:spPr>
          <a:xfrm>
            <a:off x="8435612" y="7053205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2" name="CustomShape 15">
            <a:extLst>
              <a:ext uri="{FF2B5EF4-FFF2-40B4-BE49-F238E27FC236}">
                <a16:creationId xmlns:a16="http://schemas.microsoft.com/office/drawing/2014/main" id="{E6619F07-76DD-41B9-B007-F8430F73E224}"/>
              </a:ext>
            </a:extLst>
          </p:cNvPr>
          <p:cNvSpPr/>
          <p:nvPr/>
        </p:nvSpPr>
        <p:spPr>
          <a:xfrm>
            <a:off x="5901793" y="7039408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</p:spTree>
    <p:extLst>
      <p:ext uri="{BB962C8B-B14F-4D97-AF65-F5344CB8AC3E}">
        <p14:creationId xmlns:p14="http://schemas.microsoft.com/office/powerpoint/2010/main" val="957242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3A0F9E4-27E3-4635-AA9C-771DC0339932}"/>
              </a:ext>
            </a:extLst>
          </p:cNvPr>
          <p:cNvGrpSpPr/>
          <p:nvPr/>
        </p:nvGrpSpPr>
        <p:grpSpPr>
          <a:xfrm>
            <a:off x="677407" y="4492889"/>
            <a:ext cx="10815034" cy="830997"/>
            <a:chOff x="1275321" y="3007586"/>
            <a:chExt cx="10815034" cy="83099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1EE412-EA5D-44E4-A4DB-35EEA3DCCF0F}"/>
                </a:ext>
              </a:extLst>
            </p:cNvPr>
            <p:cNvSpPr txBox="1"/>
            <p:nvPr/>
          </p:nvSpPr>
          <p:spPr>
            <a:xfrm>
              <a:off x="1275321" y="3007586"/>
              <a:ext cx="14990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u="sng" dirty="0"/>
                <a:t>Symbol in </a:t>
              </a:r>
            </a:p>
            <a:p>
              <a:pPr algn="ctr"/>
              <a:r>
                <a:rPr lang="en-US" sz="1600" u="sng" dirty="0"/>
                <a:t>Parameter Channel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B2BD7B3-BC9F-44EF-9E85-400FA10D1575}"/>
                </a:ext>
              </a:extLst>
            </p:cNvPr>
            <p:cNvSpPr txBox="1"/>
            <p:nvPr/>
          </p:nvSpPr>
          <p:spPr>
            <a:xfrm>
              <a:off x="2579506" y="3269214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m_par_reset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FC42128-0E83-4C51-9F9B-2F3ACE595749}"/>
                </a:ext>
              </a:extLst>
            </p:cNvPr>
            <p:cNvSpPr txBox="1"/>
            <p:nvPr/>
          </p:nvSpPr>
          <p:spPr>
            <a:xfrm>
              <a:off x="3682906" y="3269204"/>
              <a:ext cx="1208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m_par_sync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94CC912-E49B-4A6E-9064-840A8A09749D}"/>
                </a:ext>
              </a:extLst>
            </p:cNvPr>
            <p:cNvSpPr txBox="1"/>
            <p:nvPr/>
          </p:nvSpPr>
          <p:spPr>
            <a:xfrm>
              <a:off x="4696182" y="3161482"/>
              <a:ext cx="12378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m_par_start/</a:t>
              </a:r>
            </a:p>
            <a:p>
              <a:r>
                <a:rPr lang="en-US" sz="1400" dirty="0"/>
                <a:t>m_par_learn 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9D9EBEE-936F-42EA-98AF-C31863A7FA8D}"/>
                </a:ext>
              </a:extLst>
            </p:cNvPr>
            <p:cNvSpPr txBox="1"/>
            <p:nvPr/>
          </p:nvSpPr>
          <p:spPr>
            <a:xfrm>
              <a:off x="5800382" y="3269203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m_par_check 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1AFDEDD-2BE2-4FA7-9ECC-D8D7E3F3E4BA}"/>
                </a:ext>
              </a:extLst>
            </p:cNvPr>
            <p:cNvSpPr txBox="1"/>
            <p:nvPr/>
          </p:nvSpPr>
          <p:spPr>
            <a:xfrm>
              <a:off x="6946138" y="3269198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m_par_idreq 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86B4ECD-7886-4851-B61C-478471DF8B68}"/>
                </a:ext>
              </a:extLst>
            </p:cNvPr>
            <p:cNvSpPr txBox="1"/>
            <p:nvPr/>
          </p:nvSpPr>
          <p:spPr>
            <a:xfrm>
              <a:off x="11020831" y="3269197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m_par_init 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D961F2-DB9E-4A69-81BC-22C1AA665118}"/>
              </a:ext>
            </a:extLst>
          </p:cNvPr>
          <p:cNvGrpSpPr/>
          <p:nvPr/>
        </p:nvGrpSpPr>
        <p:grpSpPr>
          <a:xfrm>
            <a:off x="1022776" y="2367086"/>
            <a:ext cx="12946611" cy="2173289"/>
            <a:chOff x="1595653" y="670489"/>
            <a:chExt cx="12946611" cy="217328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90879E4-7BAD-4097-BD75-952D0D1FA397}"/>
                </a:ext>
              </a:extLst>
            </p:cNvPr>
            <p:cNvGrpSpPr/>
            <p:nvPr/>
          </p:nvGrpSpPr>
          <p:grpSpPr>
            <a:xfrm>
              <a:off x="1731483" y="670489"/>
              <a:ext cx="12810781" cy="2173289"/>
              <a:chOff x="89970" y="703539"/>
              <a:chExt cx="12810781" cy="2173289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93E4C6B-273B-4B7E-B3B4-A82385ECEEDF}"/>
                  </a:ext>
                </a:extLst>
              </p:cNvPr>
              <p:cNvSpPr/>
              <p:nvPr/>
            </p:nvSpPr>
            <p:spPr>
              <a:xfrm>
                <a:off x="89970" y="1439538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</a:t>
                </a:r>
              </a:p>
              <a:p>
                <a:pPr algn="ctr"/>
                <a:r>
                  <a:rPr lang="en-US" sz="1400" b="1" dirty="0"/>
                  <a:t>FW1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261FCBA-BF90-4821-BEE0-C18D8B536D2D}"/>
                  </a:ext>
                </a:extLst>
              </p:cNvPr>
              <p:cNvSpPr/>
              <p:nvPr/>
            </p:nvSpPr>
            <p:spPr>
              <a:xfrm>
                <a:off x="2175832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SYNC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129CE7-45CA-40A9-9E09-51A51F0ED3F8}"/>
                  </a:ext>
                </a:extLst>
              </p:cNvPr>
              <p:cNvSpPr/>
              <p:nvPr/>
            </p:nvSpPr>
            <p:spPr>
              <a:xfrm>
                <a:off x="3218763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LEARN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AA6029E-859D-4440-A726-74EBF17748CF}"/>
                  </a:ext>
                </a:extLst>
              </p:cNvPr>
              <p:cNvSpPr/>
              <p:nvPr/>
            </p:nvSpPr>
            <p:spPr>
              <a:xfrm>
                <a:off x="4261694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LINE</a:t>
                </a:r>
              </a:p>
              <a:p>
                <a:pPr algn="ctr"/>
                <a:r>
                  <a:rPr lang="en-US" sz="1400" b="1" dirty="0"/>
                  <a:t>CHECK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01322BA-6C7C-485D-A7A6-2545417D68DA}"/>
                  </a:ext>
                </a:extLst>
              </p:cNvPr>
              <p:cNvSpPr/>
              <p:nvPr/>
            </p:nvSpPr>
            <p:spPr>
              <a:xfrm>
                <a:off x="5304625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REQ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50786EA-161D-439A-923D-01752AFFB35A}"/>
                  </a:ext>
                </a:extLst>
              </p:cNvPr>
              <p:cNvSpPr/>
              <p:nvPr/>
            </p:nvSpPr>
            <p:spPr>
              <a:xfrm>
                <a:off x="6347556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STORE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0D0AF8-BDB9-4160-B36F-F47545FDE958}"/>
                  </a:ext>
                </a:extLst>
              </p:cNvPr>
              <p:cNvSpPr/>
              <p:nvPr/>
            </p:nvSpPr>
            <p:spPr>
              <a:xfrm>
                <a:off x="1132901" y="1439539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RESET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83F363F-8BBB-436C-A11F-35FEE348B391}"/>
                  </a:ext>
                </a:extLst>
              </p:cNvPr>
              <p:cNvSpPr/>
              <p:nvPr/>
            </p:nvSpPr>
            <p:spPr>
              <a:xfrm>
                <a:off x="7390487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COMP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F7CB5AE-0B76-474E-9E26-0484B942AE2B}"/>
                  </a:ext>
                </a:extLst>
              </p:cNvPr>
              <p:cNvSpPr/>
              <p:nvPr/>
            </p:nvSpPr>
            <p:spPr>
              <a:xfrm>
                <a:off x="8433418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 </a:t>
                </a:r>
              </a:p>
              <a:p>
                <a:pPr algn="ctr"/>
                <a:r>
                  <a:rPr lang="en-US" sz="1400" b="1" dirty="0"/>
                  <a:t>FW2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5DAA941-7F7D-46E5-AF91-8FE745B607D5}"/>
                  </a:ext>
                </a:extLst>
              </p:cNvPr>
              <p:cNvSpPr/>
              <p:nvPr/>
            </p:nvSpPr>
            <p:spPr>
              <a:xfrm>
                <a:off x="9476349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WAIT </a:t>
                </a:r>
              </a:p>
              <a:p>
                <a:pPr algn="ctr"/>
                <a:r>
                  <a:rPr lang="en-US" sz="1400" b="1" dirty="0"/>
                  <a:t>VSYNC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FFD4518-97ED-4320-95F8-4CA157F59A7F}"/>
                  </a:ext>
                </a:extLst>
              </p:cNvPr>
              <p:cNvSpPr/>
              <p:nvPr/>
            </p:nvSpPr>
            <p:spPr>
              <a:xfrm>
                <a:off x="10519280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RX0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B9A06AF-48FF-4241-BD8E-6A6B0D588FA1}"/>
                  </a:ext>
                </a:extLst>
              </p:cNvPr>
              <p:cNvSpPr/>
              <p:nvPr/>
            </p:nvSpPr>
            <p:spPr>
              <a:xfrm>
                <a:off x="11980859" y="1439533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RX7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44AB1B13-F3DA-4225-B1BB-327EBF3707AA}"/>
                  </a:ext>
                </a:extLst>
              </p:cNvPr>
              <p:cNvCxnSpPr>
                <a:stCxn id="5" idx="6"/>
                <a:endCxn id="11" idx="2"/>
              </p:cNvCxnSpPr>
              <p:nvPr/>
            </p:nvCxnSpPr>
            <p:spPr>
              <a:xfrm>
                <a:off x="927252" y="18691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9A0436B0-474A-45C4-BF99-80B3E48E8827}"/>
                  </a:ext>
                </a:extLst>
              </p:cNvPr>
              <p:cNvCxnSpPr/>
              <p:nvPr/>
            </p:nvCxnSpPr>
            <p:spPr>
              <a:xfrm>
                <a:off x="1970183" y="18691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25BAF95-62F8-4402-B221-6CE70C88AD2E}"/>
                  </a:ext>
                </a:extLst>
              </p:cNvPr>
              <p:cNvCxnSpPr/>
              <p:nvPr/>
            </p:nvCxnSpPr>
            <p:spPr>
              <a:xfrm>
                <a:off x="3013114" y="19040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D2EFE4E-F8CC-4BC5-9080-906D21E75616}"/>
                  </a:ext>
                </a:extLst>
              </p:cNvPr>
              <p:cNvCxnSpPr/>
              <p:nvPr/>
            </p:nvCxnSpPr>
            <p:spPr>
              <a:xfrm>
                <a:off x="4056045" y="19040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08E56BA-960E-444C-A2CD-0BA8446020A1}"/>
                  </a:ext>
                </a:extLst>
              </p:cNvPr>
              <p:cNvCxnSpPr/>
              <p:nvPr/>
            </p:nvCxnSpPr>
            <p:spPr>
              <a:xfrm>
                <a:off x="5098976" y="19104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3E5EC68-57F7-4D2A-AD3C-0C75C0A8AE43}"/>
                  </a:ext>
                </a:extLst>
              </p:cNvPr>
              <p:cNvCxnSpPr/>
              <p:nvPr/>
            </p:nvCxnSpPr>
            <p:spPr>
              <a:xfrm>
                <a:off x="6141907" y="19104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D90B44CC-5FEE-49FA-ADE8-5617458FBD92}"/>
                  </a:ext>
                </a:extLst>
              </p:cNvPr>
              <p:cNvCxnSpPr/>
              <p:nvPr/>
            </p:nvCxnSpPr>
            <p:spPr>
              <a:xfrm>
                <a:off x="7184838" y="19453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46A39EC-FD78-43B3-A0EC-1F48B77F7D5A}"/>
                  </a:ext>
                </a:extLst>
              </p:cNvPr>
              <p:cNvCxnSpPr/>
              <p:nvPr/>
            </p:nvCxnSpPr>
            <p:spPr>
              <a:xfrm>
                <a:off x="8227769" y="19453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6CE95B6-3952-4CD2-8AA6-3FDA34A73D5B}"/>
                  </a:ext>
                </a:extLst>
              </p:cNvPr>
              <p:cNvCxnSpPr/>
              <p:nvPr/>
            </p:nvCxnSpPr>
            <p:spPr>
              <a:xfrm>
                <a:off x="9278050" y="1886638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80DCBD2D-D410-4680-AC23-8D318D379B9F}"/>
                  </a:ext>
                </a:extLst>
              </p:cNvPr>
              <p:cNvCxnSpPr/>
              <p:nvPr/>
            </p:nvCxnSpPr>
            <p:spPr>
              <a:xfrm>
                <a:off x="10320981" y="1886633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50C84CFB-D164-4A29-83D3-886EA3467BF6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11356562" y="1869191"/>
                <a:ext cx="624297" cy="2"/>
              </a:xfrm>
              <a:prstGeom prst="straightConnector1">
                <a:avLst/>
              </a:prstGeom>
              <a:ln w="38100"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E105BC9-2A65-42CD-B710-A43BAC7FB353}"/>
                  </a:ext>
                </a:extLst>
              </p:cNvPr>
              <p:cNvSpPr txBox="1"/>
              <p:nvPr/>
            </p:nvSpPr>
            <p:spPr>
              <a:xfrm>
                <a:off x="1790743" y="980538"/>
                <a:ext cx="14280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Test Signal Wrong</a:t>
                </a:r>
              </a:p>
            </p:txBody>
          </p:sp>
          <p:cxnSp>
            <p:nvCxnSpPr>
              <p:cNvPr id="43" name="Connector: Curved 42">
                <a:extLst>
                  <a:ext uri="{FF2B5EF4-FFF2-40B4-BE49-F238E27FC236}">
                    <a16:creationId xmlns:a16="http://schemas.microsoft.com/office/drawing/2014/main" id="{D22D98F0-FF36-4499-82AB-0F66CE3DEF31}"/>
                  </a:ext>
                </a:extLst>
              </p:cNvPr>
              <p:cNvCxnSpPr>
                <a:stCxn id="8" idx="1"/>
                <a:endCxn id="5" idx="7"/>
              </p:cNvCxnSpPr>
              <p:nvPr/>
            </p:nvCxnSpPr>
            <p:spPr>
              <a:xfrm rot="16200000" flipH="1" flipV="1">
                <a:off x="2594472" y="-224457"/>
                <a:ext cx="2" cy="3579676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nector: Curved 44">
                <a:extLst>
                  <a:ext uri="{FF2B5EF4-FFF2-40B4-BE49-F238E27FC236}">
                    <a16:creationId xmlns:a16="http://schemas.microsoft.com/office/drawing/2014/main" id="{32444198-6880-406C-8CD1-10493F159DE9}"/>
                  </a:ext>
                </a:extLst>
              </p:cNvPr>
              <p:cNvCxnSpPr>
                <a:cxnSpLocks/>
                <a:stCxn id="12" idx="1"/>
                <a:endCxn id="5" idx="0"/>
              </p:cNvCxnSpPr>
              <p:nvPr/>
            </p:nvCxnSpPr>
            <p:spPr>
              <a:xfrm rot="16200000" flipV="1">
                <a:off x="3947937" y="-1999788"/>
                <a:ext cx="125842" cy="7004493"/>
              </a:xfrm>
              <a:prstGeom prst="curvedConnector3">
                <a:avLst>
                  <a:gd name="adj1" fmla="val 693121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E7907EC-D030-430F-8CFF-5DB2B33B70C8}"/>
                  </a:ext>
                </a:extLst>
              </p:cNvPr>
              <p:cNvSpPr txBox="1"/>
              <p:nvPr/>
            </p:nvSpPr>
            <p:spPr>
              <a:xfrm>
                <a:off x="3287203" y="703539"/>
                <a:ext cx="14450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Encoder ID Wrong</a:t>
                </a:r>
              </a:p>
            </p:txBody>
          </p:sp>
          <p:cxnSp>
            <p:nvCxnSpPr>
              <p:cNvPr id="52" name="Connector: Curved 51">
                <a:extLst>
                  <a:ext uri="{FF2B5EF4-FFF2-40B4-BE49-F238E27FC236}">
                    <a16:creationId xmlns:a16="http://schemas.microsoft.com/office/drawing/2014/main" id="{9799F668-8A01-4CF5-9AFB-7C7800EEF99C}"/>
                  </a:ext>
                </a:extLst>
              </p:cNvPr>
              <p:cNvCxnSpPr>
                <a:stCxn id="16" idx="1"/>
                <a:endCxn id="15" idx="7"/>
              </p:cNvCxnSpPr>
              <p:nvPr/>
            </p:nvCxnSpPr>
            <p:spPr>
              <a:xfrm rot="16200000" flipH="1" flipV="1">
                <a:off x="11668710" y="1130612"/>
                <a:ext cx="2" cy="869531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BDE92BA-9EC0-4316-A091-4A99EA87EEFB}"/>
                  </a:ext>
                </a:extLst>
              </p:cNvPr>
              <p:cNvSpPr txBox="1"/>
              <p:nvPr/>
            </p:nvSpPr>
            <p:spPr>
              <a:xfrm>
                <a:off x="11056800" y="2599829"/>
                <a:ext cx="1350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Normal Workflow</a:t>
                </a:r>
              </a:p>
            </p:txBody>
          </p:sp>
          <p:sp>
            <p:nvSpPr>
              <p:cNvPr id="2" name="Left Brace 1">
                <a:extLst>
                  <a:ext uri="{FF2B5EF4-FFF2-40B4-BE49-F238E27FC236}">
                    <a16:creationId xmlns:a16="http://schemas.microsoft.com/office/drawing/2014/main" id="{B38D6E13-8DF2-4958-A4C3-8FCE9D841017}"/>
                  </a:ext>
                </a:extLst>
              </p:cNvPr>
              <p:cNvSpPr/>
              <p:nvPr/>
            </p:nvSpPr>
            <p:spPr>
              <a:xfrm rot="16200000">
                <a:off x="11644480" y="1343557"/>
                <a:ext cx="175138" cy="233740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" name="Connector: Curved 3">
                <a:extLst>
                  <a:ext uri="{FF2B5EF4-FFF2-40B4-BE49-F238E27FC236}">
                    <a16:creationId xmlns:a16="http://schemas.microsoft.com/office/drawing/2014/main" id="{B5C60F33-2640-4947-8BA4-121FE6FB53C3}"/>
                  </a:ext>
                </a:extLst>
              </p:cNvPr>
              <p:cNvCxnSpPr>
                <a:stCxn id="12" idx="5"/>
                <a:endCxn id="12" idx="3"/>
              </p:cNvCxnSpPr>
              <p:nvPr/>
            </p:nvCxnSpPr>
            <p:spPr>
              <a:xfrm rot="5400000">
                <a:off x="7809128" y="1876983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Curved 28">
                <a:extLst>
                  <a:ext uri="{FF2B5EF4-FFF2-40B4-BE49-F238E27FC236}">
                    <a16:creationId xmlns:a16="http://schemas.microsoft.com/office/drawing/2014/main" id="{3C9E206B-408D-4AFC-8D2B-89B917FB8191}"/>
                  </a:ext>
                </a:extLst>
              </p:cNvPr>
              <p:cNvCxnSpPr>
                <a:stCxn id="14" idx="5"/>
                <a:endCxn id="14" idx="3"/>
              </p:cNvCxnSpPr>
              <p:nvPr/>
            </p:nvCxnSpPr>
            <p:spPr>
              <a:xfrm rot="5400000">
                <a:off x="9894990" y="1876982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3517B57-164B-4E1C-9DF3-2F4F2334E0FD}"/>
                  </a:ext>
                </a:extLst>
              </p:cNvPr>
              <p:cNvSpPr txBox="1"/>
              <p:nvPr/>
            </p:nvSpPr>
            <p:spPr>
              <a:xfrm>
                <a:off x="7265884" y="2579615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enc_id(19) == 1</a:t>
                </a:r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8B9B9D8-FDAF-4976-8C2A-DF4A8AC2DB9E}"/>
                </a:ext>
              </a:extLst>
            </p:cNvPr>
            <p:cNvSpPr/>
            <p:nvPr/>
          </p:nvSpPr>
          <p:spPr>
            <a:xfrm>
              <a:off x="1632326" y="1295823"/>
              <a:ext cx="1025822" cy="1095817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ED925D7-3963-478D-ACF6-7B9CD378F3E3}"/>
                </a:ext>
              </a:extLst>
            </p:cNvPr>
            <p:cNvSpPr/>
            <p:nvPr/>
          </p:nvSpPr>
          <p:spPr>
            <a:xfrm>
              <a:off x="9958665" y="1295823"/>
              <a:ext cx="1042930" cy="1095818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E12E829-81AF-488E-AD8F-4698353ABE89}"/>
                </a:ext>
              </a:extLst>
            </p:cNvPr>
            <p:cNvSpPr txBox="1"/>
            <p:nvPr/>
          </p:nvSpPr>
          <p:spPr>
            <a:xfrm>
              <a:off x="1595653" y="871916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A900439-371D-4283-8EBA-2B9E1F0D8C45}"/>
                </a:ext>
              </a:extLst>
            </p:cNvPr>
            <p:cNvSpPr txBox="1"/>
            <p:nvPr/>
          </p:nvSpPr>
          <p:spPr>
            <a:xfrm>
              <a:off x="9955604" y="1042772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DEC4178-327A-47FB-893B-B053BDF7C369}"/>
                </a:ext>
              </a:extLst>
            </p:cNvPr>
            <p:cNvSpPr txBox="1"/>
            <p:nvPr/>
          </p:nvSpPr>
          <p:spPr>
            <a:xfrm>
              <a:off x="11114606" y="2541294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DE0000"/>
                  </a:solidFill>
                </a:rPr>
                <a:t>vsync != 1</a:t>
              </a:r>
            </a:p>
          </p:txBody>
        </p:sp>
      </p:grpSp>
      <p:sp>
        <p:nvSpPr>
          <p:cNvPr id="35" name="Title 34">
            <a:extLst>
              <a:ext uri="{FF2B5EF4-FFF2-40B4-BE49-F238E27FC236}">
                <a16:creationId xmlns:a16="http://schemas.microsoft.com/office/drawing/2014/main" id="{026C72EB-A5B7-4F89-9DA7-C2E3ACCB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691109"/>
          </a:xfrm>
        </p:spPr>
        <p:txBody>
          <a:bodyPr/>
          <a:lstStyle/>
          <a:p>
            <a:r>
              <a:rPr lang="en-US" dirty="0">
                <a:solidFill>
                  <a:srgbClr val="DE0000"/>
                </a:solidFill>
              </a:rPr>
              <a:t>HDSL State Machine</a:t>
            </a:r>
          </a:p>
        </p:txBody>
      </p:sp>
    </p:spTree>
    <p:extLst>
      <p:ext uri="{BB962C8B-B14F-4D97-AF65-F5344CB8AC3E}">
        <p14:creationId xmlns:p14="http://schemas.microsoft.com/office/powerpoint/2010/main" val="2536151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K3-Template</Template>
  <TotalTime>11496</TotalTime>
  <Words>662</Words>
  <Application>Microsoft Office PowerPoint</Application>
  <PresentationFormat>Custom</PresentationFormat>
  <Paragraphs>271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DejaVu Sans</vt:lpstr>
      <vt:lpstr>Symbol</vt:lpstr>
      <vt:lpstr>Wingdings</vt:lpstr>
      <vt:lpstr>Office Theme</vt:lpstr>
      <vt:lpstr>Motor Control SDK | Component Mapping for AM243x</vt:lpstr>
      <vt:lpstr>Motor Control SDK | Component Mapping for AM263x</vt:lpstr>
      <vt:lpstr>Motor Control SDK | Component Mapping for AM261x</vt:lpstr>
      <vt:lpstr>Motor Control SDK | Component Mapping for AM64x</vt:lpstr>
      <vt:lpstr>HDSL State Machine</vt:lpstr>
    </vt:vector>
  </TitlesOfParts>
  <Company>Texas Instruments Incorporated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K3 UDMA</dc:title>
  <dc:subject/>
  <dc:creator>Chitnis, Kedar</dc:creator>
  <cp:keywords>Keystone 3</cp:keywords>
  <dc:description/>
  <cp:lastModifiedBy>Khandla, Dhaval</cp:lastModifiedBy>
  <cp:revision>2246</cp:revision>
  <dcterms:created xsi:type="dcterms:W3CDTF">2016-05-17T23:12:28Z</dcterms:created>
  <dcterms:modified xsi:type="dcterms:W3CDTF">2024-10-01T13:05:20Z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0x010100EDF39002100AED4881FF84EF59C3C9C1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Custom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52</vt:i4>
  </property>
  <property fmtid="{D5CDD505-2E9C-101B-9397-08002B2CF9AE}" pid="12" name="category">
    <vt:lpwstr>K3</vt:lpwstr>
  </property>
</Properties>
</file>